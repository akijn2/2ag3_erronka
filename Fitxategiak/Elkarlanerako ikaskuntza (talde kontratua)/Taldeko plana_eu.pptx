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6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5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notesSlides/notesSlide3.xml" ContentType="application/vnd.openxmlformats-officedocument.presentationml.notesSlide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firstSlideNum="0" saveSubsetFonts="1" strictFirstAndLastChars="0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6858000" cy="9906000"/>
  <p:notesSz cx="6858000" cy="9144000"/>
  <p:defaultText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1B5012EC-D3D5-4C0F-BE6A-BAE29A07E114}">
  <a:tblStyle styleId="{1B5012EC-D3D5-4C0F-BE6A-BAE29A07E114}" styleName="Table_0">
    <a:wholeTbl>
      <a:tcTxStyle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rgbClr val="EBF1E8"/>
          </a:solidFill>
        </a:fill>
      </a:tcStyle>
    </a:wholeTbl>
    <a:band1H>
      <a:tcStyle>
        <a:tcBdr/>
        <a:fill>
          <a:solidFill>
            <a:srgbClr val="D4E2CE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D4E2CE"/>
          </a:solidFill>
        </a:fill>
      </a:tcStyle>
    </a:band1V>
    <a:band2V>
      <a:tcStyle>
        <a:tcBdr/>
        <a:fill>
          <a:solidFill>
            <a:srgbClr val="D4E2CE"/>
          </a:solidFill>
        </a:fill>
      </a:tcStyle>
    </a:band2V>
    <a:lastCol>
      <a:tcTxStyle i="off" b="on"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i="off" b="on"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i="off" b="on"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i="off" b="on"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>
        <p:scale>
          <a:sx n="116" d="112"/>
          <a:sy n="105" d="108"/>
        </p:scale>
        <p:origin x="114" y="101"/>
      </p:cViewPr>
      <p:guideLst>
        <p:guide pos="2160"/>
        <p:guide pos="3120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type="hdr" idx="2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4" name="Google Shape;4;n"/>
          <p:cNvSpPr txBox="1"/>
          <p:nvPr>
            <p:ph type="dt" idx="10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5" name="Google Shape;5;n"/>
          <p:cNvSpPr/>
          <p:nvPr>
            <p:ph type="sldImg" idx="3"/>
          </p:nvPr>
        </p:nvSpPr>
        <p:spPr bwMode="auto"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7" name="Google Shape;7;n"/>
          <p:cNvSpPr txBox="1"/>
          <p:nvPr>
            <p:ph type="ftr" idx="11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8" name="Google Shape;8;n"/>
          <p:cNvSpPr txBox="1"/>
          <p:nvPr>
            <p:ph type="sldNum" idx="12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86" name="Google Shape;86;p1:notes"/>
          <p:cNvSpPr/>
          <p:nvPr>
            <p:ph type="sldImg" idx="2"/>
          </p:nvPr>
        </p:nvSpPr>
        <p:spPr bwMode="auto"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98" name="Google Shape;98;p2:notes"/>
          <p:cNvSpPr/>
          <p:nvPr>
            <p:ph type="sldImg" idx="2"/>
          </p:nvPr>
        </p:nvSpPr>
        <p:spPr bwMode="auto"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14" name="Google Shape;114;p3:notes"/>
          <p:cNvSpPr/>
          <p:nvPr>
            <p:ph type="sldImg" idx="2"/>
          </p:nvPr>
        </p:nvSpPr>
        <p:spPr bwMode="auto"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39" name="Google Shape;139;p4:notes"/>
          <p:cNvSpPr/>
          <p:nvPr>
            <p:ph type="sldImg" idx="2"/>
          </p:nvPr>
        </p:nvSpPr>
        <p:spPr bwMode="auto"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" name="Google Shape;173;p5:notes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74" name="Google Shape;174;p5:notes"/>
          <p:cNvSpPr/>
          <p:nvPr>
            <p:ph type="sldImg" idx="2"/>
          </p:nvPr>
        </p:nvSpPr>
        <p:spPr bwMode="auto"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" name="Google Shape;192;p6:notes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93" name="Google Shape;193;p6:notes"/>
          <p:cNvSpPr/>
          <p:nvPr>
            <p:ph type="sldImg" idx="2"/>
          </p:nvPr>
        </p:nvSpPr>
        <p:spPr bwMode="auto"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ítulo y objetos" preserve="0" showMasterPhAnim="0" showMasterSp="1" type="obj" userDrawn="1">
  <p:cSld name="OBJEC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/>
          <p:nvPr>
            <p:ph type="title"/>
          </p:nvPr>
        </p:nvSpPr>
        <p:spPr bwMode="auto"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" name="Google Shape;17;p8"/>
          <p:cNvSpPr txBox="1"/>
          <p:nvPr>
            <p:ph type="body" idx="1"/>
          </p:nvPr>
        </p:nvSpPr>
        <p:spPr bwMode="auto"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" name="Google Shape;18;p8"/>
          <p:cNvSpPr txBox="1"/>
          <p:nvPr>
            <p:ph type="dt" idx="10"/>
          </p:nvPr>
        </p:nvSpPr>
        <p:spPr bwMode="auto"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" name="Google Shape;19;p8"/>
          <p:cNvSpPr txBox="1"/>
          <p:nvPr>
            <p:ph type="ftr" idx="11"/>
          </p:nvPr>
        </p:nvSpPr>
        <p:spPr bwMode="auto"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" name="Google Shape;20;p8"/>
          <p:cNvSpPr txBox="1"/>
          <p:nvPr>
            <p:ph type="sldNum" idx="12"/>
          </p:nvPr>
        </p:nvSpPr>
        <p:spPr bwMode="auto"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s-ES"/>
              <a:t>0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Diapositiva de título" preserve="0" showMasterPhAnim="0" showMasterSp="1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/>
          <p:nvPr>
            <p:ph type="ctrTitle"/>
          </p:nvPr>
        </p:nvSpPr>
        <p:spPr bwMode="auto"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3" name="Google Shape;23;p9"/>
          <p:cNvSpPr txBox="1"/>
          <p:nvPr>
            <p:ph type="subTitle" idx="1"/>
          </p:nvPr>
        </p:nvSpPr>
        <p:spPr bwMode="auto"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24" name="Google Shape;24;p9"/>
          <p:cNvSpPr txBox="1"/>
          <p:nvPr>
            <p:ph type="dt" idx="10"/>
          </p:nvPr>
        </p:nvSpPr>
        <p:spPr bwMode="auto"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5" name="Google Shape;25;p9"/>
          <p:cNvSpPr txBox="1"/>
          <p:nvPr>
            <p:ph type="ftr" idx="11"/>
          </p:nvPr>
        </p:nvSpPr>
        <p:spPr bwMode="auto"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6" name="Google Shape;26;p9"/>
          <p:cNvSpPr txBox="1"/>
          <p:nvPr>
            <p:ph type="sldNum" idx="12"/>
          </p:nvPr>
        </p:nvSpPr>
        <p:spPr bwMode="auto"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s-ES"/>
              <a:t>1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Encabezado de sección" preserve="0" showMasterPhAnim="0" showMasterSp="1" type="secHead" userDrawn="1">
  <p:cSld name="SECTION_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/>
          <p:nvPr>
            <p:ph type="title"/>
          </p:nvPr>
        </p:nvSpPr>
        <p:spPr bwMode="auto"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9" name="Google Shape;29;p10"/>
          <p:cNvSpPr txBox="1"/>
          <p:nvPr>
            <p:ph type="body" idx="1"/>
          </p:nvPr>
        </p:nvSpPr>
        <p:spPr bwMode="auto"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30" name="Google Shape;30;p10"/>
          <p:cNvSpPr txBox="1"/>
          <p:nvPr>
            <p:ph type="dt" idx="10"/>
          </p:nvPr>
        </p:nvSpPr>
        <p:spPr bwMode="auto"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1" name="Google Shape;31;p10"/>
          <p:cNvSpPr txBox="1"/>
          <p:nvPr>
            <p:ph type="ftr" idx="11"/>
          </p:nvPr>
        </p:nvSpPr>
        <p:spPr bwMode="auto"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2" name="Google Shape;32;p10"/>
          <p:cNvSpPr txBox="1"/>
          <p:nvPr>
            <p:ph type="sldNum" idx="12"/>
          </p:nvPr>
        </p:nvSpPr>
        <p:spPr bwMode="auto"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s-ES"/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Dos objetos" preserve="0" showMasterPhAnim="0" showMasterSp="1" type="twoObj" userDrawn="1">
  <p:cSld name="TWO_OBJECT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/>
          <p:nvPr>
            <p:ph type="title"/>
          </p:nvPr>
        </p:nvSpPr>
        <p:spPr bwMode="auto"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5" name="Google Shape;35;p11"/>
          <p:cNvSpPr txBox="1"/>
          <p:nvPr>
            <p:ph type="body" idx="1"/>
          </p:nvPr>
        </p:nvSpPr>
        <p:spPr bwMode="auto"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6" name="Google Shape;36;p11"/>
          <p:cNvSpPr txBox="1"/>
          <p:nvPr>
            <p:ph type="body" idx="2"/>
          </p:nvPr>
        </p:nvSpPr>
        <p:spPr bwMode="auto"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7" name="Google Shape;37;p11"/>
          <p:cNvSpPr txBox="1"/>
          <p:nvPr>
            <p:ph type="dt" idx="10"/>
          </p:nvPr>
        </p:nvSpPr>
        <p:spPr bwMode="auto"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8" name="Google Shape;38;p11"/>
          <p:cNvSpPr txBox="1"/>
          <p:nvPr>
            <p:ph type="ftr" idx="11"/>
          </p:nvPr>
        </p:nvSpPr>
        <p:spPr bwMode="auto"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9" name="Google Shape;39;p11"/>
          <p:cNvSpPr txBox="1"/>
          <p:nvPr>
            <p:ph type="sldNum" idx="12"/>
          </p:nvPr>
        </p:nvSpPr>
        <p:spPr bwMode="auto"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s-ES"/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omparación" preserve="0" showMasterPhAnim="0" showMasterSp="1" type="twoTxTwoObj" userDrawn="1">
  <p:cSld name="TWO_OBJECTS_WITH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/>
          <p:nvPr>
            <p:ph type="title"/>
          </p:nvPr>
        </p:nvSpPr>
        <p:spPr bwMode="auto"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2" name="Google Shape;42;p12"/>
          <p:cNvSpPr txBox="1"/>
          <p:nvPr>
            <p:ph type="body" idx="1"/>
          </p:nvPr>
        </p:nvSpPr>
        <p:spPr bwMode="auto"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pPr>
              <a:defRPr/>
            </a:pPr>
            <a:endParaRPr/>
          </a:p>
        </p:txBody>
      </p:sp>
      <p:sp>
        <p:nvSpPr>
          <p:cNvPr id="43" name="Google Shape;43;p12"/>
          <p:cNvSpPr txBox="1"/>
          <p:nvPr>
            <p:ph type="body" idx="2"/>
          </p:nvPr>
        </p:nvSpPr>
        <p:spPr bwMode="auto"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4" name="Google Shape;44;p12"/>
          <p:cNvSpPr txBox="1"/>
          <p:nvPr>
            <p:ph type="body" idx="3"/>
          </p:nvPr>
        </p:nvSpPr>
        <p:spPr bwMode="auto"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pPr>
              <a:defRPr/>
            </a:pPr>
            <a:endParaRPr/>
          </a:p>
        </p:txBody>
      </p:sp>
      <p:sp>
        <p:nvSpPr>
          <p:cNvPr id="45" name="Google Shape;45;p12"/>
          <p:cNvSpPr txBox="1"/>
          <p:nvPr>
            <p:ph type="body" idx="4"/>
          </p:nvPr>
        </p:nvSpPr>
        <p:spPr bwMode="auto"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6" name="Google Shape;46;p12"/>
          <p:cNvSpPr txBox="1"/>
          <p:nvPr>
            <p:ph type="dt" idx="10"/>
          </p:nvPr>
        </p:nvSpPr>
        <p:spPr bwMode="auto"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7" name="Google Shape;47;p12"/>
          <p:cNvSpPr txBox="1"/>
          <p:nvPr>
            <p:ph type="ftr" idx="11"/>
          </p:nvPr>
        </p:nvSpPr>
        <p:spPr bwMode="auto"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8" name="Google Shape;48;p12"/>
          <p:cNvSpPr txBox="1"/>
          <p:nvPr>
            <p:ph type="sldNum" idx="12"/>
          </p:nvPr>
        </p:nvSpPr>
        <p:spPr bwMode="auto"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s-ES"/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olo el título" preserve="0" showMasterPhAnim="0" showMasterSp="1" type="titleOnly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 bwMode="auto"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1" name="Google Shape;51;p13"/>
          <p:cNvSpPr txBox="1"/>
          <p:nvPr>
            <p:ph type="dt" idx="10"/>
          </p:nvPr>
        </p:nvSpPr>
        <p:spPr bwMode="auto"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2" name="Google Shape;52;p13"/>
          <p:cNvSpPr txBox="1"/>
          <p:nvPr>
            <p:ph type="ftr" idx="11"/>
          </p:nvPr>
        </p:nvSpPr>
        <p:spPr bwMode="auto"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3" name="Google Shape;53;p13"/>
          <p:cNvSpPr txBox="1"/>
          <p:nvPr>
            <p:ph type="sldNum" idx="12"/>
          </p:nvPr>
        </p:nvSpPr>
        <p:spPr bwMode="auto"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s-ES"/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En blanco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dt" idx="10"/>
          </p:nvPr>
        </p:nvSpPr>
        <p:spPr bwMode="auto"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6" name="Google Shape;56;p14"/>
          <p:cNvSpPr txBox="1"/>
          <p:nvPr>
            <p:ph type="ftr" idx="11"/>
          </p:nvPr>
        </p:nvSpPr>
        <p:spPr bwMode="auto"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7" name="Google Shape;57;p14"/>
          <p:cNvSpPr txBox="1"/>
          <p:nvPr>
            <p:ph type="sldNum" idx="12"/>
          </p:nvPr>
        </p:nvSpPr>
        <p:spPr bwMode="auto"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s-ES"/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ontenido con título" preserve="0" showMasterPhAnim="0" showMasterSp="1" type="objTx" userDrawn="1">
  <p:cSld name="OBJECT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 bwMode="auto">
          <a:xfrm>
            <a:off x="472381" y="660400"/>
            <a:ext cx="2211884" cy="2311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0" name="Google Shape;60;p15"/>
          <p:cNvSpPr txBox="1"/>
          <p:nvPr>
            <p:ph type="body" idx="1"/>
          </p:nvPr>
        </p:nvSpPr>
        <p:spPr bwMode="auto">
          <a:xfrm>
            <a:off x="2915543" y="1426282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pPr>
              <a:defRPr/>
            </a:pPr>
            <a:endParaRPr/>
          </a:p>
        </p:txBody>
      </p:sp>
      <p:sp>
        <p:nvSpPr>
          <p:cNvPr id="61" name="Google Shape;61;p15"/>
          <p:cNvSpPr txBox="1"/>
          <p:nvPr>
            <p:ph type="body" idx="2"/>
          </p:nvPr>
        </p:nvSpPr>
        <p:spPr bwMode="auto">
          <a:xfrm>
            <a:off x="472381" y="2971800"/>
            <a:ext cx="2211884" cy="5505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pPr>
              <a:defRPr/>
            </a:pPr>
            <a:endParaRPr/>
          </a:p>
        </p:txBody>
      </p:sp>
      <p:sp>
        <p:nvSpPr>
          <p:cNvPr id="62" name="Google Shape;62;p15"/>
          <p:cNvSpPr txBox="1"/>
          <p:nvPr>
            <p:ph type="dt" idx="10"/>
          </p:nvPr>
        </p:nvSpPr>
        <p:spPr bwMode="auto"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3" name="Google Shape;63;p15"/>
          <p:cNvSpPr txBox="1"/>
          <p:nvPr>
            <p:ph type="ftr" idx="11"/>
          </p:nvPr>
        </p:nvSpPr>
        <p:spPr bwMode="auto"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4" name="Google Shape;64;p15"/>
          <p:cNvSpPr txBox="1"/>
          <p:nvPr>
            <p:ph type="sldNum" idx="12"/>
          </p:nvPr>
        </p:nvSpPr>
        <p:spPr bwMode="auto"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s-ES"/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Imagen con título" preserve="0" showMasterPhAnim="0" showMasterSp="1" type="picTx" userDrawn="1">
  <p:cSld name="PICTURE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>
            <p:ph type="title"/>
          </p:nvPr>
        </p:nvSpPr>
        <p:spPr bwMode="auto">
          <a:xfrm>
            <a:off x="472381" y="660400"/>
            <a:ext cx="2211884" cy="2311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7" name="Google Shape;67;p16"/>
          <p:cNvSpPr/>
          <p:nvPr>
            <p:ph type="pic" idx="2"/>
          </p:nvPr>
        </p:nvSpPr>
        <p:spPr bwMode="auto">
          <a:xfrm>
            <a:off x="2915543" y="1426282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6"/>
          <p:cNvSpPr txBox="1"/>
          <p:nvPr>
            <p:ph type="body" idx="1"/>
          </p:nvPr>
        </p:nvSpPr>
        <p:spPr bwMode="auto">
          <a:xfrm>
            <a:off x="472381" y="2971800"/>
            <a:ext cx="2211884" cy="5505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pPr>
              <a:defRPr/>
            </a:pPr>
            <a:endParaRPr/>
          </a:p>
        </p:txBody>
      </p:sp>
      <p:sp>
        <p:nvSpPr>
          <p:cNvPr id="69" name="Google Shape;69;p16"/>
          <p:cNvSpPr txBox="1"/>
          <p:nvPr>
            <p:ph type="dt" idx="10"/>
          </p:nvPr>
        </p:nvSpPr>
        <p:spPr bwMode="auto"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0" name="Google Shape;70;p16"/>
          <p:cNvSpPr txBox="1"/>
          <p:nvPr>
            <p:ph type="ftr" idx="11"/>
          </p:nvPr>
        </p:nvSpPr>
        <p:spPr bwMode="auto"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1" name="Google Shape;71;p16"/>
          <p:cNvSpPr txBox="1"/>
          <p:nvPr>
            <p:ph type="sldNum" idx="12"/>
          </p:nvPr>
        </p:nvSpPr>
        <p:spPr bwMode="auto"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s-ES"/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ítulo y texto vertical" preserve="0" showMasterPhAnim="0" showMasterSp="1" type="vertTx" userDrawn="1">
  <p:cSld name="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 bwMode="auto"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4" name="Google Shape;74;p17"/>
          <p:cNvSpPr txBox="1"/>
          <p:nvPr>
            <p:ph type="body" idx="1"/>
          </p:nvPr>
        </p:nvSpPr>
        <p:spPr bwMode="auto">
          <a:xfrm rot="5400000">
            <a:off x="286367" y="2822134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5" name="Google Shape;75;p17"/>
          <p:cNvSpPr txBox="1"/>
          <p:nvPr>
            <p:ph type="dt" idx="10"/>
          </p:nvPr>
        </p:nvSpPr>
        <p:spPr bwMode="auto"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6" name="Google Shape;76;p17"/>
          <p:cNvSpPr txBox="1"/>
          <p:nvPr>
            <p:ph type="ftr" idx="11"/>
          </p:nvPr>
        </p:nvSpPr>
        <p:spPr bwMode="auto"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7" name="Google Shape;77;p17"/>
          <p:cNvSpPr txBox="1"/>
          <p:nvPr>
            <p:ph type="sldNum" idx="12"/>
          </p:nvPr>
        </p:nvSpPr>
        <p:spPr bwMode="auto"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s-ES"/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ítulo vertical y texto" preserve="0" showMasterPhAnim="0" showMasterSp="1" type="vertTitleAndTx" userDrawn="1">
  <p:cSld name="VERTICAL_TITLE_AND_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 bwMode="auto"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0" name="Google Shape;80;p18"/>
          <p:cNvSpPr txBox="1"/>
          <p:nvPr>
            <p:ph type="body" idx="1"/>
          </p:nvPr>
        </p:nvSpPr>
        <p:spPr bwMode="auto"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1" name="Google Shape;81;p18"/>
          <p:cNvSpPr txBox="1"/>
          <p:nvPr>
            <p:ph type="dt" idx="10"/>
          </p:nvPr>
        </p:nvSpPr>
        <p:spPr bwMode="auto"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2" name="Google Shape;82;p18"/>
          <p:cNvSpPr txBox="1"/>
          <p:nvPr>
            <p:ph type="ftr" idx="11"/>
          </p:nvPr>
        </p:nvSpPr>
        <p:spPr bwMode="auto"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3" name="Google Shape;83;p18"/>
          <p:cNvSpPr txBox="1"/>
          <p:nvPr>
            <p:ph type="sldNum" idx="12"/>
          </p:nvPr>
        </p:nvSpPr>
        <p:spPr bwMode="auto"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s-ES"/>
              <a:t>&lt;#&gt;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/>
          <p:nvPr>
            <p:ph type="title"/>
          </p:nvPr>
        </p:nvSpPr>
        <p:spPr bwMode="auto"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11" name="Google Shape;11;p7"/>
          <p:cNvSpPr txBox="1"/>
          <p:nvPr>
            <p:ph type="body" idx="1"/>
          </p:nvPr>
        </p:nvSpPr>
        <p:spPr bwMode="auto"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2" name="Google Shape;12;p7"/>
          <p:cNvSpPr txBox="1"/>
          <p:nvPr>
            <p:ph type="dt" idx="10"/>
          </p:nvPr>
        </p:nvSpPr>
        <p:spPr bwMode="auto"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3" name="Google Shape;13;p7"/>
          <p:cNvSpPr txBox="1"/>
          <p:nvPr>
            <p:ph type="ftr" idx="11"/>
          </p:nvPr>
        </p:nvSpPr>
        <p:spPr bwMode="auto"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4" name="Google Shape;14;p7"/>
          <p:cNvSpPr txBox="1"/>
          <p:nvPr>
            <p:ph type="sldNum" idx="12"/>
          </p:nvPr>
        </p:nvSpPr>
        <p:spPr bwMode="auto"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s-ES"/>
              <a:t>1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1"/>
  <p:txStyles>
    <p:title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9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Relationship Id="rId4" Type="http://schemas.openxmlformats.org/officeDocument/2006/relationships/image" Target="../media/image10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 bwMode="auto">
          <a:xfrm>
            <a:off x="0" y="0"/>
            <a:ext cx="6858000" cy="10312400"/>
          </a:xfrm>
          <a:prstGeom prst="rect">
            <a:avLst/>
          </a:prstGeom>
          <a:solidFill>
            <a:srgbClr val="BFD13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89" name="Google Shape;89;p1"/>
          <p:cNvPicPr/>
          <p:nvPr>
            <p:ph type="body" idx="1"/>
          </p:nvPr>
        </p:nvPicPr>
        <p:blipFill>
          <a:blip r:embed="rId3">
            <a:alphaModFix/>
          </a:blip>
          <a:srcRect l="0" t="0" r="0" b="0"/>
          <a:stretch/>
        </p:blipFill>
        <p:spPr bwMode="auto">
          <a:xfrm>
            <a:off x="0" y="2869162"/>
            <a:ext cx="5915025" cy="2617713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>
            <p:ph type="sldNum" idx="12"/>
          </p:nvPr>
        </p:nvSpPr>
        <p:spPr bwMode="auto"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s-ES"/>
              <a:t>0</a:t>
            </a:fld>
            <a:endParaRPr/>
          </a:p>
        </p:txBody>
      </p:sp>
      <p:sp>
        <p:nvSpPr>
          <p:cNvPr id="91" name="Google Shape;91;p1"/>
          <p:cNvSpPr txBox="1"/>
          <p:nvPr/>
        </p:nvSpPr>
        <p:spPr bwMode="auto">
          <a:xfrm>
            <a:off x="266700" y="2466899"/>
            <a:ext cx="6119813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s-ES" sz="4800" b="1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</a:rPr>
              <a:t>ELKARLANERAKO </a:t>
            </a:r>
            <a:endParaRPr/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s-ES" sz="4800" b="1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</a:rPr>
              <a:t>IKASKUNTZA</a:t>
            </a:r>
            <a:endParaRPr sz="5400" b="1">
              <a:solidFill>
                <a:schemeClr val="dk1"/>
              </a:solidFill>
              <a:latin typeface="Montserrat Black"/>
              <a:ea typeface="Montserrat Black"/>
              <a:cs typeface="Montserrat Black"/>
            </a:endParaRPr>
          </a:p>
        </p:txBody>
      </p:sp>
      <p:pic>
        <p:nvPicPr>
          <p:cNvPr id="92" name="Google Shape;92;p1"/>
          <p:cNvPicPr/>
          <p:nvPr/>
        </p:nvPicPr>
        <p:blipFill>
          <a:blip r:embed="rId3">
            <a:alphaModFix/>
          </a:blip>
          <a:srcRect l="0" t="0" r="0" b="0"/>
          <a:stretch/>
        </p:blipFill>
        <p:spPr bwMode="auto">
          <a:xfrm>
            <a:off x="0" y="7092606"/>
            <a:ext cx="3000375" cy="1122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"/>
          <p:cNvPicPr/>
          <p:nvPr/>
        </p:nvPicPr>
        <p:blipFill>
          <a:blip r:embed="rId4">
            <a:alphaModFix/>
          </a:blip>
          <a:srcRect l="0" t="0" r="0" b="0"/>
          <a:stretch/>
        </p:blipFill>
        <p:spPr bwMode="auto">
          <a:xfrm>
            <a:off x="0" y="8899378"/>
            <a:ext cx="6858000" cy="1407563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"/>
          <p:cNvSpPr txBox="1"/>
          <p:nvPr/>
        </p:nvSpPr>
        <p:spPr bwMode="auto">
          <a:xfrm>
            <a:off x="1" y="7239046"/>
            <a:ext cx="28575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s-ES" sz="20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Taldearen izena:</a:t>
            </a:r>
            <a:endParaRPr/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2000">
              <a:solidFill>
                <a:schemeClr val="dk1"/>
              </a:solidFill>
              <a:latin typeface="Montserrat Light"/>
              <a:ea typeface="Montserrat Light"/>
              <a:cs typeface="Montserrat Light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s-ES" sz="20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rPr>
              <a:t>………………………………………….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 bwMode="auto">
          <a:xfrm>
            <a:off x="3814764" y="7402647"/>
            <a:ext cx="2857500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s-ES" sz="20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Data</a:t>
            </a:r>
            <a:r>
              <a:rPr lang="es-ES" sz="20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rPr>
              <a:t>: </a:t>
            </a:r>
            <a:endParaRPr/>
          </a:p>
          <a:p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s-ES" sz="20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rPr>
              <a:t>…..……………………</a:t>
            </a:r>
            <a:endParaRPr/>
          </a:p>
          <a:p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s-ES" sz="20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Zikloa</a:t>
            </a:r>
            <a:r>
              <a:rPr lang="es-ES" sz="20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rPr>
              <a:t>:</a:t>
            </a:r>
            <a:endParaRPr/>
          </a:p>
          <a:p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s-ES" sz="20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rPr>
              <a:t>…..……………………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0" name="Google Shape;100;p2"/>
          <p:cNvGrpSpPr/>
          <p:nvPr/>
        </p:nvGrpSpPr>
        <p:grpSpPr bwMode="auto">
          <a:xfrm>
            <a:off x="-4083" y="0"/>
            <a:ext cx="6861741" cy="9906000"/>
            <a:chOff x="-1" y="0"/>
            <a:chExt cx="6861741" cy="9906000"/>
          </a:xfrm>
        </p:grpSpPr>
        <p:pic>
          <p:nvPicPr>
            <p:cNvPr id="101" name="Google Shape;101;p2"/>
            <p:cNvPicPr/>
            <p:nvPr/>
          </p:nvPicPr>
          <p:blipFill>
            <a:blip r:embed="rId3">
              <a:alphaModFix/>
            </a:blip>
            <a:srcRect l="1920" t="0" r="0" b="0"/>
            <a:stretch/>
          </p:blipFill>
          <p:spPr bwMode="auto">
            <a:xfrm>
              <a:off x="-1" y="0"/>
              <a:ext cx="6861741" cy="9906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" name="Google Shape;102;p2"/>
            <p:cNvSpPr txBox="1"/>
            <p:nvPr/>
          </p:nvSpPr>
          <p:spPr bwMode="auto">
            <a:xfrm>
              <a:off x="4203549" y="137440"/>
              <a:ext cx="2525863" cy="6463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lang="es-ES" sz="1800" b="1">
                  <a:solidFill>
                    <a:srgbClr val="B0CE39"/>
                  </a:solidFill>
                  <a:latin typeface="Montserrat Black"/>
                  <a:ea typeface="Montserrat Black"/>
                  <a:cs typeface="Montserrat Black"/>
                </a:rPr>
                <a:t>ELKARLANERAKO</a:t>
              </a:r>
              <a:r>
                <a:rPr lang="es-ES" sz="1800" b="1">
                  <a:solidFill>
                    <a:schemeClr val="dk1"/>
                  </a:solidFill>
                  <a:latin typeface="Montserrat Black"/>
                  <a:ea typeface="Montserrat Black"/>
                  <a:cs typeface="Montserrat Black"/>
                </a:rPr>
                <a:t> </a:t>
              </a:r>
              <a:endParaRPr/>
            </a:p>
            <a:p>
              <a:pPr marL="0" marR="0" lvl="0" indent="0" algn="r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lang="es-ES" sz="1800" b="1">
                  <a:solidFill>
                    <a:schemeClr val="dk1"/>
                  </a:solidFill>
                  <a:latin typeface="Montserrat Black"/>
                  <a:ea typeface="Montserrat Black"/>
                  <a:cs typeface="Montserrat Black"/>
                </a:rPr>
                <a:t>IKASKUNTZA</a:t>
              </a:r>
              <a:endParaRPr sz="2000" b="1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</a:endParaRPr>
            </a:p>
          </p:txBody>
        </p:sp>
      </p:grpSp>
      <p:sp>
        <p:nvSpPr>
          <p:cNvPr id="103" name="Google Shape;103;p2"/>
          <p:cNvSpPr txBox="1"/>
          <p:nvPr>
            <p:ph type="subTitle" idx="1"/>
          </p:nvPr>
        </p:nvSpPr>
        <p:spPr bwMode="auto">
          <a:xfrm>
            <a:off x="246969" y="2153330"/>
            <a:ext cx="6364061" cy="645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pPr>
            <a:r>
              <a:rPr lang="es-ES" b="1"/>
              <a:t>Talde honetako kideek adostutako funtzio eta rolak, adierazitako denbora epean betetzeko konpromisoa hartzen dute:</a:t>
            </a:r>
            <a:endParaRPr/>
          </a:p>
          <a:p>
            <a:pPr marL="0" lvl="0" indent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pPr>
            <a:br>
              <a:rPr lang="es-ES" b="1"/>
            </a:br>
            <a:endParaRPr b="1"/>
          </a:p>
          <a:p>
            <a:pPr marL="0" lvl="0" indent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pPr>
            <a:endParaRPr>
              <a:latin typeface="Avenir"/>
              <a:ea typeface="Avenir"/>
              <a:cs typeface="Avenir"/>
            </a:endParaRPr>
          </a:p>
          <a:p>
            <a:pPr marL="0" lvl="0" indent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pPr>
            <a:r>
              <a:rPr lang="es-ES">
                <a:latin typeface="Avenir"/>
                <a:ea typeface="Avenir"/>
                <a:cs typeface="Avenir"/>
              </a:rPr>
              <a:t> </a:t>
            </a:r>
            <a:endParaRPr/>
          </a:p>
          <a:p>
            <a:pPr marL="0" lvl="0" indent="0" algn="just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pPr>
            <a:endParaRPr sz="1400">
              <a:latin typeface="Avenir"/>
              <a:ea typeface="Avenir"/>
              <a:cs typeface="Avenir"/>
            </a:endParaRPr>
          </a:p>
        </p:txBody>
      </p:sp>
      <p:cxnSp>
        <p:nvCxnSpPr>
          <p:cNvPr id="104" name="Google Shape;104;p2"/>
          <p:cNvCxnSpPr>
            <a:cxnSpLocks/>
          </p:cNvCxnSpPr>
          <p:nvPr/>
        </p:nvCxnSpPr>
        <p:spPr bwMode="auto">
          <a:xfrm rot="10800000">
            <a:off x="246970" y="2799258"/>
            <a:ext cx="6139542" cy="0"/>
          </a:xfrm>
          <a:prstGeom prst="straightConnector1">
            <a:avLst/>
          </a:prstGeom>
          <a:noFill/>
          <a:ln w="44450" cap="flat" cmpd="sng">
            <a:solidFill>
              <a:srgbClr val="B0CE3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5" name="Google Shape;105;p2"/>
          <p:cNvSpPr txBox="1"/>
          <p:nvPr>
            <p:ph type="sldNum" idx="12"/>
          </p:nvPr>
        </p:nvSpPr>
        <p:spPr bwMode="auto">
          <a:xfrm>
            <a:off x="6109397" y="9181397"/>
            <a:ext cx="27711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s-ES"/>
              <a:t>1</a:t>
            </a:fld>
            <a:endParaRPr/>
          </a:p>
        </p:txBody>
      </p:sp>
      <p:grpSp>
        <p:nvGrpSpPr>
          <p:cNvPr id="106" name="Google Shape;106;p2"/>
          <p:cNvGrpSpPr/>
          <p:nvPr/>
        </p:nvGrpSpPr>
        <p:grpSpPr bwMode="auto">
          <a:xfrm>
            <a:off x="-4083" y="1126229"/>
            <a:ext cx="3010228" cy="703036"/>
            <a:chOff x="-4083" y="1126229"/>
            <a:chExt cx="3010228" cy="703036"/>
          </a:xfrm>
        </p:grpSpPr>
        <p:sp>
          <p:nvSpPr>
            <p:cNvPr id="107" name="Google Shape;107;p2"/>
            <p:cNvSpPr/>
            <p:nvPr/>
          </p:nvSpPr>
          <p:spPr bwMode="auto">
            <a:xfrm>
              <a:off x="2119184" y="1126229"/>
              <a:ext cx="886961" cy="703036"/>
            </a:xfrm>
            <a:prstGeom prst="ellipse">
              <a:avLst/>
            </a:prstGeom>
            <a:solidFill>
              <a:srgbClr val="B0CE3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 bwMode="auto">
            <a:xfrm>
              <a:off x="-4083" y="1126229"/>
              <a:ext cx="2615144" cy="703036"/>
            </a:xfrm>
            <a:prstGeom prst="rect">
              <a:avLst/>
            </a:prstGeom>
            <a:solidFill>
              <a:srgbClr val="B0CE3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109" name="Google Shape;109;p2"/>
          <p:cNvSpPr txBox="1"/>
          <p:nvPr/>
        </p:nvSpPr>
        <p:spPr bwMode="auto">
          <a:xfrm>
            <a:off x="128587" y="1293081"/>
            <a:ext cx="3000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s-ES" sz="1800"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Taldekideak</a:t>
            </a:r>
            <a:endParaRPr sz="18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110" name="Google Shape;110;p2"/>
          <p:cNvPicPr/>
          <p:nvPr/>
        </p:nvPicPr>
        <p:blipFill>
          <a:blip r:embed="rId4">
            <a:alphaModFix/>
          </a:blip>
          <a:srcRect l="75942" t="59894" r="1310" b="16402"/>
          <a:stretch/>
        </p:blipFill>
        <p:spPr bwMode="auto">
          <a:xfrm>
            <a:off x="128587" y="6334829"/>
            <a:ext cx="6596743" cy="343373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1" name="Google Shape;111;p2"/>
          <p:cNvGraphicFramePr>
            <a:graphicFrameLocks xmlns:a="http://schemas.openxmlformats.org/drawingml/2006/main"/>
          </p:cNvGraphicFramePr>
          <p:nvPr/>
        </p:nvGraphicFramePr>
        <p:xfrm>
          <a:off x="246969" y="3031972"/>
          <a:ext cx="3000000" cy="300000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{1B5012EC-D3D5-4C0F-BE6A-BAE29A07E114}</a:tableStyleId>
                <a:noFill/>
              </a:tblPr>
              <a:tblGrid>
                <a:gridCol w="2046525"/>
                <a:gridCol w="2046525"/>
                <a:gridCol w="2046525"/>
              </a:tblGrid>
              <a:tr h="370850">
                <a:tc>
                  <a:txBody>
                    <a:bodyPr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s-ES" sz="1600" u="none" strike="noStrike" cap="none"/>
                        <a:t>IZENA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3F3F3F"/>
                    </a:solidFill>
                  </a:tcPr>
                </a:tc>
                <a:tc>
                  <a:txBody>
                    <a:bodyPr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s-ES" sz="1600" u="none" strike="noStrike" cap="none"/>
                        <a:t>FUNTZIOA/ROLA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3F3F3F"/>
                    </a:solidFill>
                  </a:tcPr>
                </a:tc>
                <a:tc>
                  <a:txBody>
                    <a:bodyPr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s-ES" sz="1600" u="none" strike="noStrike" cap="none"/>
                        <a:t>ALDIA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3F3F3F"/>
                    </a:solidFill>
                  </a:tcPr>
                </a:tc>
              </a:tr>
              <a:tr h="370850">
                <a:tc>
                  <a:txBody>
                    <a:bodyPr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350"/>
                    </a:p>
                  </a:txBody>
                  <a:tcPr marL="91450" marR="91450" marT="45725" marB="45725">
                    <a:solidFill>
                      <a:srgbClr val="B0CE39">
                        <a:alpha val="67843"/>
                      </a:srgbClr>
                    </a:solidFill>
                  </a:tcPr>
                </a:tc>
                <a:tc>
                  <a:txBody>
                    <a:bodyPr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350"/>
                    </a:p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350"/>
                    </a:p>
                  </a:txBody>
                  <a:tcPr marL="91450" marR="91450" marT="45725" marB="45725">
                    <a:solidFill>
                      <a:srgbClr val="B0CE39">
                        <a:alpha val="67843"/>
                      </a:srgbClr>
                    </a:solidFill>
                  </a:tcPr>
                </a:tc>
                <a:tc>
                  <a:txBody>
                    <a:bodyPr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350"/>
                    </a:p>
                  </a:txBody>
                  <a:tcPr marL="91450" marR="91450" marT="45725" marB="45725">
                    <a:solidFill>
                      <a:srgbClr val="B0CE39">
                        <a:alpha val="67843"/>
                      </a:srgbClr>
                    </a:solidFill>
                  </a:tcPr>
                </a:tc>
              </a:tr>
              <a:tr h="370850">
                <a:tc>
                  <a:txBody>
                    <a:bodyPr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350"/>
                    </a:p>
                  </a:txBody>
                  <a:tcPr marL="91450" marR="91450" marT="45725" marB="45725">
                    <a:solidFill>
                      <a:srgbClr val="B0CE39">
                        <a:alpha val="27450"/>
                      </a:srgbClr>
                    </a:solidFill>
                  </a:tcPr>
                </a:tc>
                <a:tc>
                  <a:txBody>
                    <a:bodyPr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350"/>
                    </a:p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350"/>
                    </a:p>
                  </a:txBody>
                  <a:tcPr marL="91450" marR="91450" marT="45725" marB="45725">
                    <a:solidFill>
                      <a:srgbClr val="B0CE39">
                        <a:alpha val="27450"/>
                      </a:srgbClr>
                    </a:solidFill>
                  </a:tcPr>
                </a:tc>
                <a:tc>
                  <a:txBody>
                    <a:bodyPr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350"/>
                    </a:p>
                  </a:txBody>
                  <a:tcPr marL="91450" marR="91450" marT="45725" marB="45725">
                    <a:solidFill>
                      <a:srgbClr val="B0CE39">
                        <a:alpha val="27450"/>
                      </a:srgbClr>
                    </a:solidFill>
                  </a:tcPr>
                </a:tc>
              </a:tr>
              <a:tr h="370850">
                <a:tc>
                  <a:txBody>
                    <a:bodyPr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350"/>
                    </a:p>
                  </a:txBody>
                  <a:tcPr marL="91450" marR="91450" marT="45725" marB="45725">
                    <a:solidFill>
                      <a:srgbClr val="B0CE39">
                        <a:alpha val="67843"/>
                      </a:srgbClr>
                    </a:solidFill>
                  </a:tcPr>
                </a:tc>
                <a:tc>
                  <a:txBody>
                    <a:bodyPr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350"/>
                    </a:p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350"/>
                    </a:p>
                  </a:txBody>
                  <a:tcPr marL="91450" marR="91450" marT="45725" marB="45725">
                    <a:solidFill>
                      <a:srgbClr val="B0CE39">
                        <a:alpha val="67843"/>
                      </a:srgbClr>
                    </a:solidFill>
                  </a:tcPr>
                </a:tc>
                <a:tc>
                  <a:txBody>
                    <a:bodyPr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350"/>
                    </a:p>
                  </a:txBody>
                  <a:tcPr marL="91450" marR="91450" marT="45725" marB="45725">
                    <a:solidFill>
                      <a:srgbClr val="B0CE39">
                        <a:alpha val="67843"/>
                      </a:srgbClr>
                    </a:solidFill>
                  </a:tcPr>
                </a:tc>
              </a:tr>
              <a:tr h="370850">
                <a:tc>
                  <a:txBody>
                    <a:bodyPr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350"/>
                    </a:p>
                  </a:txBody>
                  <a:tcPr marL="91450" marR="91450" marT="45725" marB="45725">
                    <a:solidFill>
                      <a:srgbClr val="B0CE39">
                        <a:alpha val="27450"/>
                      </a:srgbClr>
                    </a:solidFill>
                  </a:tcPr>
                </a:tc>
                <a:tc>
                  <a:txBody>
                    <a:bodyPr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350"/>
                    </a:p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350"/>
                    </a:p>
                  </a:txBody>
                  <a:tcPr marL="91450" marR="91450" marT="45725" marB="45725">
                    <a:solidFill>
                      <a:srgbClr val="B0CE39">
                        <a:alpha val="27450"/>
                      </a:srgbClr>
                    </a:solidFill>
                  </a:tcPr>
                </a:tc>
                <a:tc>
                  <a:txBody>
                    <a:bodyPr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350"/>
                    </a:p>
                  </a:txBody>
                  <a:tcPr marL="91450" marR="91450" marT="45725" marB="45725">
                    <a:solidFill>
                      <a:srgbClr val="B0CE39">
                        <a:alpha val="27450"/>
                      </a:srgbClr>
                    </a:solidFill>
                  </a:tcPr>
                </a:tc>
              </a:tr>
              <a:tr h="370850">
                <a:tc>
                  <a:txBody>
                    <a:bodyPr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350"/>
                    </a:p>
                  </a:txBody>
                  <a:tcPr marL="91450" marR="91450" marT="45725" marB="45725">
                    <a:solidFill>
                      <a:srgbClr val="B0CE39">
                        <a:alpha val="67843"/>
                      </a:srgbClr>
                    </a:solidFill>
                  </a:tcPr>
                </a:tc>
                <a:tc>
                  <a:txBody>
                    <a:bodyPr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350"/>
                    </a:p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350"/>
                    </a:p>
                  </a:txBody>
                  <a:tcPr marL="91450" marR="91450" marT="45725" marB="45725">
                    <a:solidFill>
                      <a:srgbClr val="B0CE39">
                        <a:alpha val="67843"/>
                      </a:srgbClr>
                    </a:solidFill>
                  </a:tcPr>
                </a:tc>
                <a:tc>
                  <a:txBody>
                    <a:bodyPr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350"/>
                    </a:p>
                  </a:txBody>
                  <a:tcPr marL="91450" marR="91450" marT="45725" marB="45725">
                    <a:solidFill>
                      <a:srgbClr val="B0CE39">
                        <a:alpha val="67843"/>
                      </a:srgbClr>
                    </a:solidFill>
                  </a:tcPr>
                </a:tc>
              </a:tr>
              <a:tr h="370850">
                <a:tc>
                  <a:txBody>
                    <a:bodyPr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350"/>
                    </a:p>
                  </a:txBody>
                  <a:tcPr marL="91450" marR="91450" marT="45725" marB="45725">
                    <a:solidFill>
                      <a:srgbClr val="B0CE39">
                        <a:alpha val="27450"/>
                      </a:srgbClr>
                    </a:solidFill>
                  </a:tcPr>
                </a:tc>
                <a:tc>
                  <a:txBody>
                    <a:bodyPr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350"/>
                    </a:p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350"/>
                    </a:p>
                  </a:txBody>
                  <a:tcPr marL="91450" marR="91450" marT="45725" marB="45725">
                    <a:solidFill>
                      <a:srgbClr val="B0CE39">
                        <a:alpha val="27450"/>
                      </a:srgbClr>
                    </a:solidFill>
                  </a:tcPr>
                </a:tc>
                <a:tc>
                  <a:txBody>
                    <a:bodyPr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350"/>
                    </a:p>
                  </a:txBody>
                  <a:tcPr marL="91450" marR="91450" marT="45725" marB="45725">
                    <a:solidFill>
                      <a:srgbClr val="B0CE39">
                        <a:alpha val="2745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6" name="Google Shape;116;p3"/>
          <p:cNvPicPr/>
          <p:nvPr/>
        </p:nvPicPr>
        <p:blipFill>
          <a:blip r:embed="rId3">
            <a:alphaModFix/>
          </a:blip>
          <a:srcRect l="1920" t="0" r="0" b="0"/>
          <a:stretch/>
        </p:blipFill>
        <p:spPr bwMode="auto">
          <a:xfrm>
            <a:off x="-4083" y="0"/>
            <a:ext cx="6861741" cy="9906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7" name="Google Shape;117;p3"/>
          <p:cNvGrpSpPr/>
          <p:nvPr/>
        </p:nvGrpSpPr>
        <p:grpSpPr bwMode="auto">
          <a:xfrm>
            <a:off x="-4083" y="1126229"/>
            <a:ext cx="3010228" cy="703036"/>
            <a:chOff x="-4083" y="1126229"/>
            <a:chExt cx="3010228" cy="703036"/>
          </a:xfrm>
        </p:grpSpPr>
        <p:sp>
          <p:nvSpPr>
            <p:cNvPr id="118" name="Google Shape;118;p3"/>
            <p:cNvSpPr/>
            <p:nvPr/>
          </p:nvSpPr>
          <p:spPr bwMode="auto">
            <a:xfrm>
              <a:off x="2119184" y="1126229"/>
              <a:ext cx="886961" cy="703036"/>
            </a:xfrm>
            <a:prstGeom prst="ellipse">
              <a:avLst/>
            </a:prstGeom>
            <a:solidFill>
              <a:srgbClr val="B0CE3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19" name="Google Shape;119;p3"/>
            <p:cNvSpPr/>
            <p:nvPr/>
          </p:nvSpPr>
          <p:spPr bwMode="auto">
            <a:xfrm>
              <a:off x="-4083" y="1126229"/>
              <a:ext cx="2615144" cy="703036"/>
            </a:xfrm>
            <a:prstGeom prst="rect">
              <a:avLst/>
            </a:prstGeom>
            <a:solidFill>
              <a:srgbClr val="B0CE3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120" name="Google Shape;120;p3"/>
          <p:cNvSpPr txBox="1"/>
          <p:nvPr>
            <p:ph type="subTitle" idx="1"/>
          </p:nvPr>
        </p:nvSpPr>
        <p:spPr bwMode="auto">
          <a:xfrm>
            <a:off x="246969" y="2153330"/>
            <a:ext cx="6139543" cy="645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pPr>
            <a:r>
              <a:rPr lang="es-ES" b="1"/>
              <a:t>Talde honetako kideek adostutako arauak, rolak eta konpromisuak betetzeko konpromisoa hartzen dute:</a:t>
            </a:r>
            <a:endParaRPr/>
          </a:p>
          <a:p>
            <a:pPr marL="0" lvl="0" indent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pPr>
            <a:br>
              <a:rPr lang="es-ES">
                <a:latin typeface="Avenir"/>
                <a:ea typeface="Avenir"/>
                <a:cs typeface="Avenir"/>
              </a:rPr>
            </a:br>
            <a:endParaRPr>
              <a:latin typeface="Avenir"/>
              <a:ea typeface="Avenir"/>
              <a:cs typeface="Avenir"/>
            </a:endParaRPr>
          </a:p>
          <a:p>
            <a:pPr marL="0" lvl="0" indent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pPr>
            <a:endParaRPr>
              <a:latin typeface="Avenir"/>
              <a:ea typeface="Avenir"/>
              <a:cs typeface="Avenir"/>
            </a:endParaRPr>
          </a:p>
          <a:p>
            <a:pPr marL="0" lvl="0" indent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pPr>
            <a:r>
              <a:rPr lang="es-ES">
                <a:latin typeface="Avenir"/>
                <a:ea typeface="Avenir"/>
                <a:cs typeface="Avenir"/>
              </a:rPr>
              <a:t> </a:t>
            </a:r>
            <a:endParaRPr/>
          </a:p>
          <a:p>
            <a:pPr marL="0" lvl="0" indent="0" algn="just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pPr>
            <a:endParaRPr sz="1400">
              <a:latin typeface="Avenir"/>
              <a:ea typeface="Avenir"/>
              <a:cs typeface="Avenir"/>
            </a:endParaRPr>
          </a:p>
        </p:txBody>
      </p:sp>
      <p:cxnSp>
        <p:nvCxnSpPr>
          <p:cNvPr id="121" name="Google Shape;121;p3"/>
          <p:cNvCxnSpPr>
            <a:cxnSpLocks/>
          </p:cNvCxnSpPr>
          <p:nvPr/>
        </p:nvCxnSpPr>
        <p:spPr bwMode="auto">
          <a:xfrm rot="10800000">
            <a:off x="246970" y="2799258"/>
            <a:ext cx="6139542" cy="0"/>
          </a:xfrm>
          <a:prstGeom prst="straightConnector1">
            <a:avLst/>
          </a:prstGeom>
          <a:noFill/>
          <a:ln w="44450" cap="flat" cmpd="sng">
            <a:solidFill>
              <a:srgbClr val="B0CE3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2" name="Google Shape;122;p3"/>
          <p:cNvSpPr txBox="1"/>
          <p:nvPr>
            <p:ph type="sldNum" idx="12"/>
          </p:nvPr>
        </p:nvSpPr>
        <p:spPr bwMode="auto">
          <a:xfrm>
            <a:off x="6109397" y="9181397"/>
            <a:ext cx="27711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s-ES"/>
              <a:t>2</a:t>
            </a:fld>
            <a:endParaRPr/>
          </a:p>
        </p:txBody>
      </p:sp>
      <p:sp>
        <p:nvSpPr>
          <p:cNvPr id="123" name="Google Shape;123;p3"/>
          <p:cNvSpPr txBox="1"/>
          <p:nvPr/>
        </p:nvSpPr>
        <p:spPr bwMode="auto">
          <a:xfrm>
            <a:off x="128587" y="1293081"/>
            <a:ext cx="3000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s-ES" sz="18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Taldearen</a:t>
            </a:r>
            <a:r>
              <a:rPr lang="es-ES" sz="1800"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 arauak</a:t>
            </a:r>
            <a:endParaRPr sz="18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24" name="Google Shape;124;p3"/>
          <p:cNvSpPr/>
          <p:nvPr/>
        </p:nvSpPr>
        <p:spPr bwMode="auto">
          <a:xfrm>
            <a:off x="246969" y="2955495"/>
            <a:ext cx="6139543" cy="207631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1750" cap="flat" cmpd="sng">
            <a:solidFill>
              <a:srgbClr val="B0CE3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s-ES" sz="1800">
                <a:solidFill>
                  <a:srgbClr val="3F3F3F"/>
                </a:solidFill>
                <a:latin typeface="Calibri"/>
                <a:ea typeface="Calibri"/>
                <a:cs typeface="Calibri"/>
              </a:rPr>
              <a:t>ARAUAK:</a:t>
            </a:r>
            <a:endParaRPr/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s-ES" sz="1200">
                <a:solidFill>
                  <a:srgbClr val="3F3F3F"/>
                </a:solidFill>
                <a:latin typeface="Calibri"/>
                <a:ea typeface="Calibri"/>
                <a:cs typeface="Calibri"/>
              </a:rPr>
              <a:t>1.  </a:t>
            </a:r>
            <a:endParaRPr/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s-ES" sz="1200">
                <a:solidFill>
                  <a:srgbClr val="3F3F3F"/>
                </a:solidFill>
                <a:latin typeface="Calibri"/>
                <a:ea typeface="Calibri"/>
                <a:cs typeface="Calibri"/>
              </a:rPr>
              <a:t>2.  </a:t>
            </a:r>
            <a:endParaRPr/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s-ES" sz="1200">
                <a:solidFill>
                  <a:srgbClr val="3F3F3F"/>
                </a:solidFill>
                <a:latin typeface="Calibri"/>
                <a:ea typeface="Calibri"/>
                <a:cs typeface="Calibri"/>
              </a:rPr>
              <a:t>3.  </a:t>
            </a:r>
            <a:endParaRPr/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s-ES" sz="1200">
                <a:solidFill>
                  <a:srgbClr val="3F3F3F"/>
                </a:solidFill>
                <a:latin typeface="Calibri"/>
                <a:ea typeface="Calibri"/>
                <a:cs typeface="Calibri"/>
              </a:rPr>
              <a:t>4.  </a:t>
            </a:r>
            <a:endParaRPr/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s-ES" sz="1200">
                <a:solidFill>
                  <a:srgbClr val="3F3F3F"/>
                </a:solidFill>
                <a:latin typeface="Calibri"/>
                <a:ea typeface="Calibri"/>
                <a:cs typeface="Calibri"/>
              </a:rPr>
              <a:t>5.  </a:t>
            </a:r>
            <a:endParaRPr/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s-ES" sz="1200">
                <a:solidFill>
                  <a:srgbClr val="3F3F3F"/>
                </a:solidFill>
                <a:latin typeface="Calibri"/>
                <a:ea typeface="Calibri"/>
                <a:cs typeface="Calibri"/>
              </a:rPr>
              <a:t>6.  </a:t>
            </a:r>
            <a:endParaRPr/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s-ES" sz="1200">
                <a:solidFill>
                  <a:srgbClr val="3F3F3F"/>
                </a:solidFill>
                <a:latin typeface="Calibri"/>
                <a:ea typeface="Calibri"/>
                <a:cs typeface="Calibri"/>
              </a:rPr>
              <a:t>7.  </a:t>
            </a:r>
            <a:endParaRPr/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s-ES" sz="1200">
                <a:solidFill>
                  <a:srgbClr val="3F3F3F"/>
                </a:solidFill>
                <a:latin typeface="Calibri"/>
                <a:ea typeface="Calibri"/>
                <a:cs typeface="Calibri"/>
              </a:rPr>
              <a:t>8.  </a:t>
            </a:r>
            <a:endParaRPr/>
          </a:p>
        </p:txBody>
      </p:sp>
      <p:sp>
        <p:nvSpPr>
          <p:cNvPr id="125" name="Google Shape;125;p3"/>
          <p:cNvSpPr/>
          <p:nvPr/>
        </p:nvSpPr>
        <p:spPr bwMode="auto">
          <a:xfrm>
            <a:off x="246969" y="5192213"/>
            <a:ext cx="2881994" cy="207631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1750" cap="flat" cmpd="sng">
            <a:solidFill>
              <a:srgbClr val="B0CE3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s-ES" sz="1800">
                <a:solidFill>
                  <a:srgbClr val="3F3F3F"/>
                </a:solidFill>
                <a:latin typeface="Calibri"/>
                <a:ea typeface="Calibri"/>
                <a:cs typeface="Calibri"/>
              </a:rPr>
              <a:t>HELBURUAK:</a:t>
            </a:r>
            <a:endParaRPr/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s-ES" sz="1200">
                <a:solidFill>
                  <a:srgbClr val="3F3F3F"/>
                </a:solidFill>
                <a:latin typeface="Calibri"/>
                <a:ea typeface="Calibri"/>
                <a:cs typeface="Calibri"/>
              </a:rPr>
              <a:t>1.  </a:t>
            </a:r>
            <a:endParaRPr/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s-ES" sz="1200">
                <a:solidFill>
                  <a:srgbClr val="3F3F3F"/>
                </a:solidFill>
                <a:latin typeface="Calibri"/>
                <a:ea typeface="Calibri"/>
                <a:cs typeface="Calibri"/>
              </a:rPr>
              <a:t>2.  </a:t>
            </a:r>
            <a:endParaRPr/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s-ES" sz="1200">
                <a:solidFill>
                  <a:srgbClr val="3F3F3F"/>
                </a:solidFill>
                <a:latin typeface="Calibri"/>
                <a:ea typeface="Calibri"/>
                <a:cs typeface="Calibri"/>
              </a:rPr>
              <a:t>3.  </a:t>
            </a:r>
            <a:endParaRPr/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s-ES" sz="1200">
                <a:solidFill>
                  <a:srgbClr val="3F3F3F"/>
                </a:solidFill>
                <a:latin typeface="Calibri"/>
                <a:ea typeface="Calibri"/>
                <a:cs typeface="Calibri"/>
              </a:rPr>
              <a:t>4.  </a:t>
            </a:r>
            <a:endParaRPr/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s-ES" sz="1200">
                <a:solidFill>
                  <a:srgbClr val="3F3F3F"/>
                </a:solidFill>
                <a:latin typeface="Calibri"/>
                <a:ea typeface="Calibri"/>
                <a:cs typeface="Calibri"/>
              </a:rPr>
              <a:t>5.  </a:t>
            </a:r>
            <a:endParaRPr/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s-ES" sz="1200">
                <a:solidFill>
                  <a:srgbClr val="3F3F3F"/>
                </a:solidFill>
                <a:latin typeface="Calibri"/>
                <a:ea typeface="Calibri"/>
                <a:cs typeface="Calibri"/>
              </a:rPr>
              <a:t>6.  </a:t>
            </a:r>
            <a:endParaRPr/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s-ES" sz="1200">
                <a:solidFill>
                  <a:srgbClr val="3F3F3F"/>
                </a:solidFill>
                <a:latin typeface="Calibri"/>
                <a:ea typeface="Calibri"/>
                <a:cs typeface="Calibri"/>
              </a:rPr>
              <a:t>7.  </a:t>
            </a:r>
            <a:endParaRPr/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s-ES" sz="1200">
                <a:solidFill>
                  <a:srgbClr val="3F3F3F"/>
                </a:solidFill>
                <a:latin typeface="Calibri"/>
                <a:ea typeface="Calibri"/>
                <a:cs typeface="Calibri"/>
              </a:rPr>
              <a:t>8.  </a:t>
            </a:r>
            <a:endParaRPr/>
          </a:p>
        </p:txBody>
      </p:sp>
      <p:sp>
        <p:nvSpPr>
          <p:cNvPr id="126" name="Google Shape;126;p3"/>
          <p:cNvSpPr/>
          <p:nvPr/>
        </p:nvSpPr>
        <p:spPr bwMode="auto">
          <a:xfrm>
            <a:off x="3552313" y="5193665"/>
            <a:ext cx="2881994" cy="207631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1750" cap="flat" cmpd="sng">
            <a:solidFill>
              <a:srgbClr val="B0CE3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s-ES" sz="1800">
                <a:solidFill>
                  <a:srgbClr val="3F3F3F"/>
                </a:solidFill>
                <a:latin typeface="Calibri"/>
                <a:ea typeface="Calibri"/>
                <a:cs typeface="Calibri"/>
              </a:rPr>
              <a:t>KONPROMISOAK:</a:t>
            </a:r>
            <a:endParaRPr/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s-ES" sz="1200">
                <a:solidFill>
                  <a:srgbClr val="3F3F3F"/>
                </a:solidFill>
                <a:latin typeface="Calibri"/>
                <a:ea typeface="Calibri"/>
                <a:cs typeface="Calibri"/>
              </a:rPr>
              <a:t>1.  </a:t>
            </a:r>
            <a:endParaRPr/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s-ES" sz="1200">
                <a:solidFill>
                  <a:srgbClr val="3F3F3F"/>
                </a:solidFill>
                <a:latin typeface="Calibri"/>
                <a:ea typeface="Calibri"/>
                <a:cs typeface="Calibri"/>
              </a:rPr>
              <a:t>2.  </a:t>
            </a:r>
            <a:endParaRPr/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s-ES" sz="1200">
                <a:solidFill>
                  <a:srgbClr val="3F3F3F"/>
                </a:solidFill>
                <a:latin typeface="Calibri"/>
                <a:ea typeface="Calibri"/>
                <a:cs typeface="Calibri"/>
              </a:rPr>
              <a:t>3.  </a:t>
            </a:r>
            <a:endParaRPr/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s-ES" sz="1200">
                <a:solidFill>
                  <a:srgbClr val="3F3F3F"/>
                </a:solidFill>
                <a:latin typeface="Calibri"/>
                <a:ea typeface="Calibri"/>
                <a:cs typeface="Calibri"/>
              </a:rPr>
              <a:t>4.  </a:t>
            </a:r>
            <a:endParaRPr/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s-ES" sz="1200">
                <a:solidFill>
                  <a:srgbClr val="3F3F3F"/>
                </a:solidFill>
                <a:latin typeface="Calibri"/>
                <a:ea typeface="Calibri"/>
                <a:cs typeface="Calibri"/>
              </a:rPr>
              <a:t>5.  </a:t>
            </a:r>
            <a:endParaRPr/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s-ES" sz="1200">
                <a:solidFill>
                  <a:srgbClr val="3F3F3F"/>
                </a:solidFill>
                <a:latin typeface="Calibri"/>
                <a:ea typeface="Calibri"/>
                <a:cs typeface="Calibri"/>
              </a:rPr>
              <a:t>6.  </a:t>
            </a:r>
            <a:endParaRPr/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s-ES" sz="1200">
                <a:solidFill>
                  <a:srgbClr val="3F3F3F"/>
                </a:solidFill>
                <a:latin typeface="Calibri"/>
                <a:ea typeface="Calibri"/>
                <a:cs typeface="Calibri"/>
              </a:rPr>
              <a:t>7.  </a:t>
            </a:r>
            <a:endParaRPr/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s-ES" sz="1200">
                <a:solidFill>
                  <a:srgbClr val="3F3F3F"/>
                </a:solidFill>
                <a:latin typeface="Calibri"/>
                <a:ea typeface="Calibri"/>
                <a:cs typeface="Calibri"/>
              </a:rPr>
              <a:t>8.  </a:t>
            </a:r>
            <a:endParaRPr/>
          </a:p>
        </p:txBody>
      </p:sp>
      <p:sp>
        <p:nvSpPr>
          <p:cNvPr id="127" name="Google Shape;127;p3"/>
          <p:cNvSpPr/>
          <p:nvPr/>
        </p:nvSpPr>
        <p:spPr bwMode="auto">
          <a:xfrm>
            <a:off x="246969" y="7428931"/>
            <a:ext cx="2881994" cy="2076318"/>
          </a:xfrm>
          <a:prstGeom prst="roundRect">
            <a:avLst>
              <a:gd name="adj" fmla="val 16667"/>
            </a:avLst>
          </a:prstGeom>
          <a:solidFill>
            <a:srgbClr val="B0CE39"/>
          </a:solidFill>
          <a:ln w="31750" cap="flat" cmpd="sng">
            <a:solidFill>
              <a:srgbClr val="B0CE3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s-ES" sz="1800">
                <a:solidFill>
                  <a:srgbClr val="3F3F3F"/>
                </a:solidFill>
                <a:latin typeface="Calibri"/>
                <a:ea typeface="Calibri"/>
                <a:cs typeface="Calibri"/>
              </a:rPr>
              <a:t>SINADURAK:</a:t>
            </a:r>
            <a:endParaRPr/>
          </a:p>
        </p:txBody>
      </p:sp>
      <p:sp>
        <p:nvSpPr>
          <p:cNvPr id="128" name="Google Shape;128;p3"/>
          <p:cNvSpPr/>
          <p:nvPr/>
        </p:nvSpPr>
        <p:spPr bwMode="auto">
          <a:xfrm>
            <a:off x="2676938" y="9024265"/>
            <a:ext cx="658413" cy="694654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9" name="Google Shape;129;p3"/>
          <p:cNvSpPr/>
          <p:nvPr/>
        </p:nvSpPr>
        <p:spPr bwMode="auto">
          <a:xfrm>
            <a:off x="2628856" y="6722473"/>
            <a:ext cx="658413" cy="694654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0" name="Google Shape;130;p3"/>
          <p:cNvSpPr/>
          <p:nvPr/>
        </p:nvSpPr>
        <p:spPr bwMode="auto">
          <a:xfrm>
            <a:off x="5983893" y="6682163"/>
            <a:ext cx="652688" cy="721445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31" name="Google Shape;131;p3"/>
          <p:cNvPicPr/>
          <p:nvPr/>
        </p:nvPicPr>
        <p:blipFill>
          <a:blip r:embed="rId4">
            <a:alphaModFix/>
          </a:blip>
          <a:srcRect l="75942" t="59894" r="1310" b="16402"/>
          <a:stretch/>
        </p:blipFill>
        <p:spPr bwMode="auto">
          <a:xfrm>
            <a:off x="3128961" y="7642601"/>
            <a:ext cx="3626910" cy="1887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3"/>
          <p:cNvPicPr/>
          <p:nvPr/>
        </p:nvPicPr>
        <p:blipFill>
          <a:blip r:embed="rId5">
            <a:alphaModFix/>
          </a:blip>
          <a:srcRect l="0" t="0" r="0" b="0"/>
          <a:stretch/>
        </p:blipFill>
        <p:spPr bwMode="auto">
          <a:xfrm>
            <a:off x="2638222" y="9005994"/>
            <a:ext cx="755003" cy="7118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3"/>
          <p:cNvPicPr/>
          <p:nvPr/>
        </p:nvPicPr>
        <p:blipFill>
          <a:blip r:embed="rId6">
            <a:alphaModFix/>
          </a:blip>
          <a:srcRect l="0" t="0" r="0" b="0"/>
          <a:stretch/>
        </p:blipFill>
        <p:spPr bwMode="auto">
          <a:xfrm>
            <a:off x="2562664" y="6614272"/>
            <a:ext cx="950007" cy="850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3"/>
          <p:cNvPicPr/>
          <p:nvPr/>
        </p:nvPicPr>
        <p:blipFill>
          <a:blip r:embed="rId7">
            <a:alphaModFix/>
          </a:blip>
          <a:srcRect l="4926" t="8917" r="-1" b="0"/>
          <a:stretch/>
        </p:blipFill>
        <p:spPr bwMode="auto">
          <a:xfrm>
            <a:off x="6023535" y="6707486"/>
            <a:ext cx="714388" cy="721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3"/>
          <p:cNvPicPr/>
          <p:nvPr/>
        </p:nvPicPr>
        <p:blipFill>
          <a:blip r:embed="rId8">
            <a:alphaModFix/>
          </a:blip>
          <a:srcRect l="0" t="5039" r="0" b="0"/>
          <a:stretch/>
        </p:blipFill>
        <p:spPr bwMode="auto">
          <a:xfrm>
            <a:off x="6070945" y="4437246"/>
            <a:ext cx="619568" cy="743758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3"/>
          <p:cNvSpPr txBox="1"/>
          <p:nvPr/>
        </p:nvSpPr>
        <p:spPr bwMode="auto">
          <a:xfrm>
            <a:off x="4199467" y="137440"/>
            <a:ext cx="252586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s-ES" sz="1800" b="1">
                <a:solidFill>
                  <a:srgbClr val="B0CE39"/>
                </a:solidFill>
                <a:latin typeface="Montserrat Black"/>
                <a:ea typeface="Montserrat Black"/>
                <a:cs typeface="Montserrat Black"/>
              </a:rPr>
              <a:t>ELKARLANERAKO</a:t>
            </a:r>
            <a:r>
              <a:rPr lang="es-ES" sz="1800" b="1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</a:rPr>
              <a:t> </a:t>
            </a:r>
            <a:endParaRPr/>
          </a:p>
          <a:p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s-ES" sz="1800" b="1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</a:rPr>
              <a:t>IKASKUNTZA</a:t>
            </a:r>
            <a:endParaRPr sz="2000" b="1">
              <a:solidFill>
                <a:schemeClr val="dk1"/>
              </a:solidFill>
              <a:latin typeface="Montserrat Black"/>
              <a:ea typeface="Montserrat Black"/>
              <a:cs typeface="Montserrat Black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1" name="Google Shape;141;p4"/>
          <p:cNvPicPr/>
          <p:nvPr/>
        </p:nvPicPr>
        <p:blipFill>
          <a:blip r:embed="rId3">
            <a:alphaModFix/>
          </a:blip>
          <a:srcRect l="1920" t="0" r="0" b="0"/>
          <a:stretch/>
        </p:blipFill>
        <p:spPr bwMode="auto">
          <a:xfrm>
            <a:off x="-4083" y="0"/>
            <a:ext cx="6861741" cy="9906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2" name="Google Shape;142;p4"/>
          <p:cNvCxnSpPr>
            <a:cxnSpLocks/>
          </p:cNvCxnSpPr>
          <p:nvPr/>
        </p:nvCxnSpPr>
        <p:spPr bwMode="auto">
          <a:xfrm rot="10800000">
            <a:off x="209768" y="3423663"/>
            <a:ext cx="6139542" cy="0"/>
          </a:xfrm>
          <a:prstGeom prst="straightConnector1">
            <a:avLst/>
          </a:prstGeom>
          <a:noFill/>
          <a:ln w="44450" cap="flat" cmpd="sng">
            <a:solidFill>
              <a:srgbClr val="B0CE3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3" name="Google Shape;143;p4"/>
          <p:cNvSpPr txBox="1"/>
          <p:nvPr>
            <p:ph type="sldNum" idx="12"/>
          </p:nvPr>
        </p:nvSpPr>
        <p:spPr bwMode="auto">
          <a:xfrm>
            <a:off x="6109397" y="9181397"/>
            <a:ext cx="27711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s-ES"/>
              <a:t>3</a:t>
            </a:fld>
            <a:endParaRPr/>
          </a:p>
        </p:txBody>
      </p:sp>
      <p:grpSp>
        <p:nvGrpSpPr>
          <p:cNvPr id="144" name="Google Shape;144;p4"/>
          <p:cNvGrpSpPr/>
          <p:nvPr/>
        </p:nvGrpSpPr>
        <p:grpSpPr bwMode="auto">
          <a:xfrm>
            <a:off x="-4083" y="1126229"/>
            <a:ext cx="3010228" cy="703036"/>
            <a:chOff x="-4083" y="1126229"/>
            <a:chExt cx="3010228" cy="703036"/>
          </a:xfrm>
        </p:grpSpPr>
        <p:sp>
          <p:nvSpPr>
            <p:cNvPr id="145" name="Google Shape;145;p4"/>
            <p:cNvSpPr/>
            <p:nvPr/>
          </p:nvSpPr>
          <p:spPr bwMode="auto">
            <a:xfrm>
              <a:off x="2119184" y="1126229"/>
              <a:ext cx="886961" cy="703036"/>
            </a:xfrm>
            <a:prstGeom prst="ellipse">
              <a:avLst/>
            </a:prstGeom>
            <a:solidFill>
              <a:srgbClr val="B0CE3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46" name="Google Shape;146;p4"/>
            <p:cNvSpPr/>
            <p:nvPr/>
          </p:nvSpPr>
          <p:spPr bwMode="auto">
            <a:xfrm>
              <a:off x="-4083" y="1126229"/>
              <a:ext cx="2615144" cy="703036"/>
            </a:xfrm>
            <a:prstGeom prst="rect">
              <a:avLst/>
            </a:prstGeom>
            <a:solidFill>
              <a:srgbClr val="B0CE3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147" name="Google Shape;147;p4"/>
          <p:cNvSpPr/>
          <p:nvPr/>
        </p:nvSpPr>
        <p:spPr bwMode="auto">
          <a:xfrm>
            <a:off x="601417" y="6458425"/>
            <a:ext cx="3664468" cy="1083025"/>
          </a:xfrm>
          <a:prstGeom prst="roundRect">
            <a:avLst>
              <a:gd name="adj" fmla="val 16667"/>
            </a:avLst>
          </a:prstGeom>
          <a:noFill/>
          <a:ln w="31750" cap="flat" cmpd="sng">
            <a:solidFill>
              <a:srgbClr val="B0CE3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8" name="Google Shape;148;p4"/>
          <p:cNvSpPr txBox="1"/>
          <p:nvPr/>
        </p:nvSpPr>
        <p:spPr bwMode="auto">
          <a:xfrm>
            <a:off x="128587" y="1293081"/>
            <a:ext cx="3000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s-ES" sz="18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Taldeko</a:t>
            </a:r>
            <a:r>
              <a:rPr lang="es-ES" sz="1800"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 gogoeta</a:t>
            </a:r>
            <a:endParaRPr sz="18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49" name="Google Shape;149;p4"/>
          <p:cNvSpPr txBox="1"/>
          <p:nvPr>
            <p:ph type="subTitle" idx="1"/>
          </p:nvPr>
        </p:nvSpPr>
        <p:spPr bwMode="auto">
          <a:xfrm>
            <a:off x="246969" y="2153329"/>
            <a:ext cx="6139543" cy="1256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pPr>
            <a:r>
              <a:rPr lang="es-ES" sz="1200" b="1"/>
              <a:t>Ikaskuntza-prozesuan zehar</a:t>
            </a:r>
            <a:r>
              <a:rPr lang="es-ES" sz="1200"/>
              <a:t>, taldeak hainbat zeregin eta erronka jorratuko ditu, batzuk nahiko errazak, beste batzuk luzeagoak eta konplexuagoak.</a:t>
            </a:r>
            <a:endParaRPr/>
          </a:p>
          <a:p>
            <a:pPr marL="0" lvl="0" indent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pPr>
            <a:r>
              <a:rPr lang="es-ES" sz="1200" b="1"/>
              <a:t>Berrikuspen</a:t>
            </a:r>
            <a:r>
              <a:rPr lang="es-ES" sz="1200"/>
              <a:t> puntual horiek oso garrantzitsuak dira, taldeko kideengan egiten dutenari eta nola egin duten hausnartzeko gaitasuna garatzen laguntzen baitute.</a:t>
            </a:r>
            <a:endParaRPr/>
          </a:p>
          <a:p>
            <a:pPr marL="0" lvl="0" indent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pPr>
            <a:r>
              <a:rPr lang="es-ES" sz="1200"/>
              <a:t>Hona hemen </a:t>
            </a:r>
            <a:r>
              <a:rPr lang="es-ES" sz="1200" b="1"/>
              <a:t>gogoeta</a:t>
            </a:r>
            <a:r>
              <a:rPr lang="es-ES" sz="1200"/>
              <a:t> bideratzeko fase bati lotuta plantea daitezkeen hainbat galdera.</a:t>
            </a:r>
            <a:endParaRPr/>
          </a:p>
        </p:txBody>
      </p:sp>
      <p:sp>
        <p:nvSpPr>
          <p:cNvPr id="150" name="Google Shape;150;p4"/>
          <p:cNvSpPr/>
          <p:nvPr/>
        </p:nvSpPr>
        <p:spPr bwMode="auto">
          <a:xfrm>
            <a:off x="377598" y="3849697"/>
            <a:ext cx="6139543" cy="527397"/>
          </a:xfrm>
          <a:prstGeom prst="roundRect">
            <a:avLst>
              <a:gd name="adj" fmla="val 16667"/>
            </a:avLst>
          </a:prstGeom>
          <a:noFill/>
          <a:ln w="31750" cap="flat" cmpd="sng">
            <a:solidFill>
              <a:srgbClr val="B0CE3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1" name="Google Shape;151;p4"/>
          <p:cNvSpPr/>
          <p:nvPr/>
        </p:nvSpPr>
        <p:spPr bwMode="auto">
          <a:xfrm>
            <a:off x="377595" y="4729582"/>
            <a:ext cx="6139543" cy="527397"/>
          </a:xfrm>
          <a:prstGeom prst="roundRect">
            <a:avLst>
              <a:gd name="adj" fmla="val 16667"/>
            </a:avLst>
          </a:prstGeom>
          <a:noFill/>
          <a:ln w="31750" cap="flat" cmpd="sng">
            <a:solidFill>
              <a:srgbClr val="B0CE3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2" name="Google Shape;152;p4"/>
          <p:cNvSpPr/>
          <p:nvPr/>
        </p:nvSpPr>
        <p:spPr bwMode="auto">
          <a:xfrm>
            <a:off x="377595" y="5593057"/>
            <a:ext cx="6139543" cy="527397"/>
          </a:xfrm>
          <a:prstGeom prst="roundRect">
            <a:avLst>
              <a:gd name="adj" fmla="val 16667"/>
            </a:avLst>
          </a:prstGeom>
          <a:noFill/>
          <a:ln w="31750" cap="flat" cmpd="sng">
            <a:solidFill>
              <a:srgbClr val="B0CE3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3" name="Google Shape;153;p4"/>
          <p:cNvSpPr/>
          <p:nvPr/>
        </p:nvSpPr>
        <p:spPr bwMode="auto">
          <a:xfrm>
            <a:off x="246969" y="3733910"/>
            <a:ext cx="793907" cy="759414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4" name="Google Shape;154;p4"/>
          <p:cNvSpPr/>
          <p:nvPr/>
        </p:nvSpPr>
        <p:spPr bwMode="auto">
          <a:xfrm>
            <a:off x="246968" y="4603951"/>
            <a:ext cx="793907" cy="759414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5" name="Google Shape;155;p4"/>
          <p:cNvSpPr/>
          <p:nvPr/>
        </p:nvSpPr>
        <p:spPr bwMode="auto">
          <a:xfrm>
            <a:off x="246967" y="5474016"/>
            <a:ext cx="793907" cy="759414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6" name="Google Shape;156;p4"/>
          <p:cNvSpPr/>
          <p:nvPr/>
        </p:nvSpPr>
        <p:spPr bwMode="auto">
          <a:xfrm>
            <a:off x="240692" y="6345554"/>
            <a:ext cx="793907" cy="759414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7" name="Google Shape;157;p4"/>
          <p:cNvSpPr txBox="1"/>
          <p:nvPr/>
        </p:nvSpPr>
        <p:spPr bwMode="auto">
          <a:xfrm>
            <a:off x="393076" y="3926884"/>
            <a:ext cx="558924" cy="543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/>
            </a:pPr>
            <a:r>
              <a:rPr lang="es-ES" sz="2800" b="1">
                <a:solidFill>
                  <a:schemeClr val="lt1"/>
                </a:solidFill>
                <a:latin typeface="Avenir"/>
                <a:ea typeface="Avenir"/>
                <a:cs typeface="Avenir"/>
              </a:rPr>
              <a:t>1</a:t>
            </a:r>
            <a:endParaRPr/>
          </a:p>
          <a:p>
            <a:pPr marL="0" marR="0" lvl="0" indent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/>
            </a:pPr>
            <a:br>
              <a:rPr lang="es-ES" sz="1800">
                <a:solidFill>
                  <a:schemeClr val="lt1"/>
                </a:solidFill>
                <a:latin typeface="Avenir"/>
                <a:ea typeface="Avenir"/>
                <a:cs typeface="Avenir"/>
              </a:rPr>
            </a:br>
            <a:endParaRPr sz="1800">
              <a:solidFill>
                <a:schemeClr val="lt1"/>
              </a:solidFill>
              <a:latin typeface="Avenir"/>
              <a:ea typeface="Avenir"/>
              <a:cs typeface="Avenir"/>
            </a:endParaRPr>
          </a:p>
        </p:txBody>
      </p:sp>
      <p:sp>
        <p:nvSpPr>
          <p:cNvPr id="158" name="Google Shape;158;p4"/>
          <p:cNvSpPr txBox="1"/>
          <p:nvPr/>
        </p:nvSpPr>
        <p:spPr bwMode="auto">
          <a:xfrm>
            <a:off x="394765" y="4768197"/>
            <a:ext cx="558924" cy="543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/>
            </a:pPr>
            <a:r>
              <a:rPr lang="es-ES" sz="2800" b="1">
                <a:solidFill>
                  <a:schemeClr val="lt1"/>
                </a:solidFill>
                <a:latin typeface="Avenir"/>
                <a:ea typeface="Avenir"/>
                <a:cs typeface="Avenir"/>
              </a:rPr>
              <a:t>2</a:t>
            </a:r>
            <a:endParaRPr/>
          </a:p>
          <a:p>
            <a:pPr marL="0" marR="0" lvl="0" indent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/>
            </a:pPr>
            <a:br>
              <a:rPr lang="es-ES" sz="1800">
                <a:solidFill>
                  <a:schemeClr val="lt1"/>
                </a:solidFill>
                <a:latin typeface="Avenir"/>
                <a:ea typeface="Avenir"/>
                <a:cs typeface="Avenir"/>
              </a:rPr>
            </a:br>
            <a:endParaRPr sz="1800">
              <a:solidFill>
                <a:schemeClr val="lt1"/>
              </a:solidFill>
              <a:latin typeface="Avenir"/>
              <a:ea typeface="Avenir"/>
              <a:cs typeface="Avenir"/>
            </a:endParaRPr>
          </a:p>
        </p:txBody>
      </p:sp>
      <p:sp>
        <p:nvSpPr>
          <p:cNvPr id="159" name="Google Shape;159;p4"/>
          <p:cNvSpPr txBox="1"/>
          <p:nvPr/>
        </p:nvSpPr>
        <p:spPr bwMode="auto">
          <a:xfrm>
            <a:off x="393075" y="5647671"/>
            <a:ext cx="558924" cy="543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/>
            </a:pPr>
            <a:r>
              <a:rPr lang="es-ES" sz="2800" b="1">
                <a:solidFill>
                  <a:schemeClr val="lt1"/>
                </a:solidFill>
                <a:latin typeface="Avenir"/>
                <a:ea typeface="Avenir"/>
                <a:cs typeface="Avenir"/>
              </a:rPr>
              <a:t>3</a:t>
            </a:r>
            <a:endParaRPr/>
          </a:p>
          <a:p>
            <a:pPr marL="0" marR="0" lvl="0" indent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/>
            </a:pPr>
            <a:br>
              <a:rPr lang="es-ES" sz="1800">
                <a:solidFill>
                  <a:schemeClr val="lt1"/>
                </a:solidFill>
                <a:latin typeface="Avenir"/>
                <a:ea typeface="Avenir"/>
                <a:cs typeface="Avenir"/>
              </a:rPr>
            </a:br>
            <a:endParaRPr sz="1800">
              <a:solidFill>
                <a:schemeClr val="lt1"/>
              </a:solidFill>
              <a:latin typeface="Avenir"/>
              <a:ea typeface="Avenir"/>
              <a:cs typeface="Avenir"/>
            </a:endParaRPr>
          </a:p>
        </p:txBody>
      </p:sp>
      <p:sp>
        <p:nvSpPr>
          <p:cNvPr id="160" name="Google Shape;160;p4"/>
          <p:cNvSpPr txBox="1"/>
          <p:nvPr/>
        </p:nvSpPr>
        <p:spPr bwMode="auto">
          <a:xfrm>
            <a:off x="404529" y="6510024"/>
            <a:ext cx="558924" cy="543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/>
            </a:pPr>
            <a:r>
              <a:rPr lang="es-ES" sz="2800" b="1">
                <a:solidFill>
                  <a:schemeClr val="lt1"/>
                </a:solidFill>
                <a:latin typeface="Avenir"/>
                <a:ea typeface="Avenir"/>
                <a:cs typeface="Avenir"/>
              </a:rPr>
              <a:t>4</a:t>
            </a:r>
            <a:endParaRPr/>
          </a:p>
          <a:p>
            <a:pPr marL="0" marR="0" lvl="0" indent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/>
            </a:pPr>
            <a:br>
              <a:rPr lang="es-ES" sz="1800">
                <a:solidFill>
                  <a:schemeClr val="lt1"/>
                </a:solidFill>
                <a:latin typeface="Avenir"/>
                <a:ea typeface="Avenir"/>
                <a:cs typeface="Avenir"/>
              </a:rPr>
            </a:br>
            <a:endParaRPr sz="1800">
              <a:solidFill>
                <a:schemeClr val="lt1"/>
              </a:solidFill>
              <a:latin typeface="Avenir"/>
              <a:ea typeface="Avenir"/>
              <a:cs typeface="Avenir"/>
            </a:endParaRPr>
          </a:p>
        </p:txBody>
      </p:sp>
      <p:sp>
        <p:nvSpPr>
          <p:cNvPr id="161" name="Google Shape;161;p4"/>
          <p:cNvSpPr/>
          <p:nvPr/>
        </p:nvSpPr>
        <p:spPr bwMode="auto">
          <a:xfrm>
            <a:off x="640523" y="7827298"/>
            <a:ext cx="3664468" cy="1083025"/>
          </a:xfrm>
          <a:prstGeom prst="roundRect">
            <a:avLst>
              <a:gd name="adj" fmla="val 16667"/>
            </a:avLst>
          </a:prstGeom>
          <a:noFill/>
          <a:ln w="31750" cap="flat" cmpd="sng">
            <a:solidFill>
              <a:srgbClr val="B0CE3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2" name="Google Shape;162;p4"/>
          <p:cNvSpPr/>
          <p:nvPr/>
        </p:nvSpPr>
        <p:spPr bwMode="auto">
          <a:xfrm>
            <a:off x="280176" y="7711289"/>
            <a:ext cx="793907" cy="759414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3" name="Google Shape;163;p4"/>
          <p:cNvSpPr txBox="1"/>
          <p:nvPr/>
        </p:nvSpPr>
        <p:spPr bwMode="auto">
          <a:xfrm>
            <a:off x="444013" y="7875760"/>
            <a:ext cx="558924" cy="543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/>
            </a:pPr>
            <a:r>
              <a:rPr lang="es-ES" sz="2800" b="1">
                <a:solidFill>
                  <a:schemeClr val="lt1"/>
                </a:solidFill>
                <a:latin typeface="Avenir"/>
                <a:ea typeface="Avenir"/>
                <a:cs typeface="Avenir"/>
              </a:rPr>
              <a:t>5</a:t>
            </a:r>
            <a:endParaRPr/>
          </a:p>
          <a:p>
            <a:pPr marL="0" marR="0" lvl="0" indent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/>
            </a:pPr>
            <a:br>
              <a:rPr lang="es-ES" sz="1800">
                <a:solidFill>
                  <a:schemeClr val="lt1"/>
                </a:solidFill>
                <a:latin typeface="Avenir"/>
                <a:ea typeface="Avenir"/>
                <a:cs typeface="Avenir"/>
              </a:rPr>
            </a:br>
            <a:endParaRPr sz="1800">
              <a:solidFill>
                <a:schemeClr val="lt1"/>
              </a:solidFill>
              <a:latin typeface="Avenir"/>
              <a:ea typeface="Avenir"/>
              <a:cs typeface="Avenir"/>
            </a:endParaRPr>
          </a:p>
        </p:txBody>
      </p:sp>
      <p:sp>
        <p:nvSpPr>
          <p:cNvPr id="164" name="Google Shape;164;p4"/>
          <p:cNvSpPr txBox="1"/>
          <p:nvPr/>
        </p:nvSpPr>
        <p:spPr bwMode="auto">
          <a:xfrm>
            <a:off x="1042734" y="3849697"/>
            <a:ext cx="5474406" cy="518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pPr>
            <a:r>
              <a:rPr lang="es-ES" sz="1400" b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Zer lortu nahi genuen? </a:t>
            </a:r>
            <a:endParaRPr/>
          </a:p>
        </p:txBody>
      </p:sp>
      <p:sp>
        <p:nvSpPr>
          <p:cNvPr id="165" name="Google Shape;165;p4"/>
          <p:cNvSpPr txBox="1"/>
          <p:nvPr/>
        </p:nvSpPr>
        <p:spPr bwMode="auto">
          <a:xfrm>
            <a:off x="1042733" y="4733151"/>
            <a:ext cx="5474406" cy="518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pPr>
            <a:r>
              <a:rPr lang="es-ES" sz="1400" b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Zer lortu dugu? Nola? </a:t>
            </a:r>
            <a:endParaRPr/>
          </a:p>
        </p:txBody>
      </p:sp>
      <p:sp>
        <p:nvSpPr>
          <p:cNvPr id="166" name="Google Shape;166;p4"/>
          <p:cNvSpPr txBox="1"/>
          <p:nvPr/>
        </p:nvSpPr>
        <p:spPr bwMode="auto">
          <a:xfrm>
            <a:off x="1042733" y="5609403"/>
            <a:ext cx="5474406" cy="518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pPr>
            <a:r>
              <a:rPr lang="es-ES" sz="1400" b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Zer ez dugu lortu? Zergatik? </a:t>
            </a:r>
            <a:endParaRPr/>
          </a:p>
        </p:txBody>
      </p:sp>
      <p:sp>
        <p:nvSpPr>
          <p:cNvPr id="167" name="Google Shape;167;p4"/>
          <p:cNvSpPr txBox="1"/>
          <p:nvPr/>
        </p:nvSpPr>
        <p:spPr bwMode="auto">
          <a:xfrm>
            <a:off x="1036458" y="6453488"/>
            <a:ext cx="3229049" cy="518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pPr>
            <a:r>
              <a:rPr lang="es-ES" sz="1400" b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Zer hobetuko dugu? </a:t>
            </a:r>
            <a:endParaRPr/>
          </a:p>
        </p:txBody>
      </p:sp>
      <p:sp>
        <p:nvSpPr>
          <p:cNvPr id="168" name="Google Shape;168;p4"/>
          <p:cNvSpPr txBox="1"/>
          <p:nvPr/>
        </p:nvSpPr>
        <p:spPr bwMode="auto">
          <a:xfrm>
            <a:off x="1042733" y="7818755"/>
            <a:ext cx="3222461" cy="518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pPr>
            <a:r>
              <a:rPr lang="es-ES" sz="1400" b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Nola hobetuko dugu? </a:t>
            </a:r>
            <a:endParaRPr/>
          </a:p>
        </p:txBody>
      </p:sp>
      <p:pic>
        <p:nvPicPr>
          <p:cNvPr id="169" name="Google Shape;169;p4"/>
          <p:cNvPicPr/>
          <p:nvPr/>
        </p:nvPicPr>
        <p:blipFill>
          <a:blip r:embed="rId4">
            <a:alphaModFix/>
          </a:blip>
          <a:srcRect l="0" t="0" r="0" b="0"/>
          <a:stretch/>
        </p:blipFill>
        <p:spPr bwMode="auto">
          <a:xfrm>
            <a:off x="4304991" y="6500378"/>
            <a:ext cx="2409300" cy="2494939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4"/>
          <p:cNvSpPr txBox="1"/>
          <p:nvPr/>
        </p:nvSpPr>
        <p:spPr bwMode="auto">
          <a:xfrm>
            <a:off x="1003627" y="6449881"/>
            <a:ext cx="3222461" cy="518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pPr>
            <a:endParaRPr sz="1400" b="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1" name="Google Shape;171;p4"/>
          <p:cNvSpPr txBox="1"/>
          <p:nvPr/>
        </p:nvSpPr>
        <p:spPr bwMode="auto">
          <a:xfrm>
            <a:off x="4199467" y="137440"/>
            <a:ext cx="252586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s-ES" sz="1800" b="1">
                <a:solidFill>
                  <a:srgbClr val="B0CE39"/>
                </a:solidFill>
                <a:latin typeface="Montserrat Black"/>
                <a:ea typeface="Montserrat Black"/>
                <a:cs typeface="Montserrat Black"/>
              </a:rPr>
              <a:t>ELKARLANERAKO</a:t>
            </a:r>
            <a:r>
              <a:rPr lang="es-ES" sz="1800" b="1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</a:rPr>
              <a:t> </a:t>
            </a:r>
            <a:endParaRPr/>
          </a:p>
          <a:p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s-ES" sz="1800" b="1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</a:rPr>
              <a:t>IKASKUNTZA</a:t>
            </a:r>
            <a:endParaRPr sz="2000" b="1">
              <a:solidFill>
                <a:schemeClr val="dk1"/>
              </a:solidFill>
              <a:latin typeface="Montserrat Black"/>
              <a:ea typeface="Montserrat Black"/>
              <a:cs typeface="Montserrat Black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6" name="Google Shape;176;p5"/>
          <p:cNvPicPr/>
          <p:nvPr/>
        </p:nvPicPr>
        <p:blipFill>
          <a:blip r:embed="rId3">
            <a:alphaModFix/>
          </a:blip>
          <a:srcRect l="1920" t="0" r="0" b="0"/>
          <a:stretch/>
        </p:blipFill>
        <p:spPr bwMode="auto">
          <a:xfrm>
            <a:off x="0" y="0"/>
            <a:ext cx="6861741" cy="9906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7" name="Google Shape;177;p5"/>
          <p:cNvCxnSpPr>
            <a:cxnSpLocks/>
          </p:cNvCxnSpPr>
          <p:nvPr/>
        </p:nvCxnSpPr>
        <p:spPr bwMode="auto">
          <a:xfrm rot="10800000">
            <a:off x="128587" y="2695979"/>
            <a:ext cx="6139542" cy="0"/>
          </a:xfrm>
          <a:prstGeom prst="straightConnector1">
            <a:avLst/>
          </a:prstGeom>
          <a:noFill/>
          <a:ln w="44450" cap="flat" cmpd="sng">
            <a:solidFill>
              <a:srgbClr val="B0CE3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8" name="Google Shape;178;p5"/>
          <p:cNvSpPr txBox="1"/>
          <p:nvPr>
            <p:ph type="sldNum" idx="12"/>
          </p:nvPr>
        </p:nvSpPr>
        <p:spPr bwMode="auto">
          <a:xfrm>
            <a:off x="5991015" y="8987109"/>
            <a:ext cx="27711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s-ES"/>
              <a:t>4</a:t>
            </a:fld>
            <a:endParaRPr/>
          </a:p>
        </p:txBody>
      </p:sp>
      <p:grpSp>
        <p:nvGrpSpPr>
          <p:cNvPr id="179" name="Google Shape;179;p5"/>
          <p:cNvGrpSpPr/>
          <p:nvPr/>
        </p:nvGrpSpPr>
        <p:grpSpPr bwMode="auto">
          <a:xfrm>
            <a:off x="-4083" y="1126229"/>
            <a:ext cx="3010228" cy="703036"/>
            <a:chOff x="-4083" y="1126229"/>
            <a:chExt cx="3010228" cy="703036"/>
          </a:xfrm>
        </p:grpSpPr>
        <p:sp>
          <p:nvSpPr>
            <p:cNvPr id="180" name="Google Shape;180;p5"/>
            <p:cNvSpPr/>
            <p:nvPr/>
          </p:nvSpPr>
          <p:spPr bwMode="auto">
            <a:xfrm>
              <a:off x="2119184" y="1126229"/>
              <a:ext cx="886961" cy="703036"/>
            </a:xfrm>
            <a:prstGeom prst="ellipse">
              <a:avLst/>
            </a:prstGeom>
            <a:solidFill>
              <a:srgbClr val="B0CE3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81" name="Google Shape;181;p5"/>
            <p:cNvSpPr/>
            <p:nvPr/>
          </p:nvSpPr>
          <p:spPr bwMode="auto">
            <a:xfrm>
              <a:off x="-4083" y="1126229"/>
              <a:ext cx="2615144" cy="703036"/>
            </a:xfrm>
            <a:prstGeom prst="rect">
              <a:avLst/>
            </a:prstGeom>
            <a:solidFill>
              <a:srgbClr val="B0CE3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182" name="Google Shape;182;p5"/>
          <p:cNvSpPr txBox="1"/>
          <p:nvPr/>
        </p:nvSpPr>
        <p:spPr bwMode="auto">
          <a:xfrm>
            <a:off x="128587" y="1293081"/>
            <a:ext cx="3000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s-ES" sz="18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Taldeko</a:t>
            </a:r>
            <a:r>
              <a:rPr lang="es-ES" sz="1800"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 gogoeta</a:t>
            </a:r>
            <a:endParaRPr sz="18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83" name="Google Shape;183;p5"/>
          <p:cNvSpPr/>
          <p:nvPr/>
        </p:nvSpPr>
        <p:spPr bwMode="auto">
          <a:xfrm>
            <a:off x="589870" y="2916765"/>
            <a:ext cx="2881994" cy="207631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1750" cap="flat" cmpd="sng">
            <a:solidFill>
              <a:srgbClr val="B0CE3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s-ES" sz="1400" b="1" u="sng">
                <a:solidFill>
                  <a:srgbClr val="3F3F3F"/>
                </a:solidFill>
                <a:latin typeface="Calibri"/>
                <a:ea typeface="Calibri"/>
                <a:cs typeface="Calibri"/>
              </a:rPr>
              <a:t>Zer egiten jarraitu behar dugu?</a:t>
            </a:r>
            <a:endParaRPr/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400" b="1">
              <a:solidFill>
                <a:srgbClr val="3F3F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4" name="Google Shape;184;p5"/>
          <p:cNvSpPr/>
          <p:nvPr/>
        </p:nvSpPr>
        <p:spPr bwMode="auto">
          <a:xfrm>
            <a:off x="3685459" y="3612494"/>
            <a:ext cx="2881994" cy="207631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1750" cap="flat" cmpd="sng">
            <a:solidFill>
              <a:srgbClr val="B0CE3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s-ES" sz="1400" b="1" u="sng">
                <a:solidFill>
                  <a:srgbClr val="3F3F3F"/>
                </a:solidFill>
                <a:latin typeface="Calibri"/>
                <a:ea typeface="Calibri"/>
                <a:cs typeface="Calibri"/>
              </a:rPr>
              <a:t>Zer egiten hasi behar dugu?</a:t>
            </a:r>
            <a:endParaRPr/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s-ES" sz="1200">
                <a:solidFill>
                  <a:srgbClr val="3F3F3F"/>
                </a:solidFill>
                <a:latin typeface="Calibri"/>
                <a:ea typeface="Calibri"/>
                <a:cs typeface="Calibri"/>
              </a:rPr>
              <a:t>  </a:t>
            </a:r>
            <a:endParaRPr/>
          </a:p>
        </p:txBody>
      </p:sp>
      <p:sp>
        <p:nvSpPr>
          <p:cNvPr id="185" name="Google Shape;185;p5"/>
          <p:cNvSpPr/>
          <p:nvPr/>
        </p:nvSpPr>
        <p:spPr bwMode="auto">
          <a:xfrm>
            <a:off x="589869" y="5207536"/>
            <a:ext cx="2881994" cy="207631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1750" cap="flat" cmpd="sng">
            <a:solidFill>
              <a:srgbClr val="B0CE3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s-ES" sz="1400" b="1" u="sng">
                <a:solidFill>
                  <a:srgbClr val="3F3F3F"/>
                </a:solidFill>
                <a:latin typeface="Calibri"/>
                <a:ea typeface="Calibri"/>
                <a:cs typeface="Calibri"/>
              </a:rPr>
              <a:t>Zer egin behar dugu hobeto?</a:t>
            </a:r>
            <a:endParaRPr/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400">
              <a:solidFill>
                <a:srgbClr val="3F3F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6" name="Google Shape;186;p5"/>
          <p:cNvSpPr/>
          <p:nvPr/>
        </p:nvSpPr>
        <p:spPr bwMode="auto">
          <a:xfrm>
            <a:off x="3685458" y="5903265"/>
            <a:ext cx="2881994" cy="207631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1750" cap="flat" cmpd="sng">
            <a:solidFill>
              <a:srgbClr val="B0CE3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s-ES" sz="1400" b="1" u="sng">
                <a:solidFill>
                  <a:srgbClr val="3F3F3F"/>
                </a:solidFill>
                <a:latin typeface="Calibri"/>
                <a:ea typeface="Calibri"/>
                <a:cs typeface="Calibri"/>
              </a:rPr>
              <a:t>Zer egiteari utzi behar diogu?</a:t>
            </a:r>
            <a:endParaRPr/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400">
              <a:solidFill>
                <a:srgbClr val="3F3F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7" name="Google Shape;187;p5"/>
          <p:cNvSpPr/>
          <p:nvPr/>
        </p:nvSpPr>
        <p:spPr bwMode="auto">
          <a:xfrm>
            <a:off x="589869" y="7520194"/>
            <a:ext cx="2881994" cy="207631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1750" cap="flat" cmpd="sng">
            <a:solidFill>
              <a:srgbClr val="B0CE3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s-ES" sz="1400" b="1" u="sng">
                <a:solidFill>
                  <a:srgbClr val="3F3F3F"/>
                </a:solidFill>
                <a:latin typeface="Calibri"/>
                <a:ea typeface="Calibri"/>
                <a:cs typeface="Calibri"/>
              </a:rPr>
              <a:t>Zer ikasi dugu?</a:t>
            </a:r>
            <a:endParaRPr/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400">
              <a:solidFill>
                <a:srgbClr val="3F3F3F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88" name="Google Shape;188;p5"/>
          <p:cNvPicPr/>
          <p:nvPr/>
        </p:nvPicPr>
        <p:blipFill>
          <a:blip r:embed="rId4">
            <a:alphaModFix/>
          </a:blip>
          <a:srcRect l="0" t="38792" r="0" b="0"/>
          <a:stretch/>
        </p:blipFill>
        <p:spPr bwMode="auto">
          <a:xfrm flipH="1">
            <a:off x="3685458" y="8138300"/>
            <a:ext cx="2683867" cy="1767699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5"/>
          <p:cNvSpPr txBox="1"/>
          <p:nvPr/>
        </p:nvSpPr>
        <p:spPr bwMode="auto">
          <a:xfrm>
            <a:off x="128587" y="2050051"/>
            <a:ext cx="6240738" cy="645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s-ES" sz="1800" b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Taldeko gogoetak ikaskuntza prozesuari buruz kontzientzia hartzea eta konpetentziak taldean lantzea laguntzen du: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</a:endParaRPr>
          </a:p>
        </p:txBody>
      </p:sp>
      <p:sp>
        <p:nvSpPr>
          <p:cNvPr id="190" name="Google Shape;190;p5"/>
          <p:cNvSpPr txBox="1"/>
          <p:nvPr/>
        </p:nvSpPr>
        <p:spPr bwMode="auto">
          <a:xfrm>
            <a:off x="4199467" y="137440"/>
            <a:ext cx="252586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s-ES" sz="1800" b="1">
                <a:solidFill>
                  <a:srgbClr val="B0CE39"/>
                </a:solidFill>
                <a:latin typeface="Montserrat Black"/>
                <a:ea typeface="Montserrat Black"/>
                <a:cs typeface="Montserrat Black"/>
              </a:rPr>
              <a:t>ELKARLANERAKO</a:t>
            </a:r>
            <a:r>
              <a:rPr lang="es-ES" sz="1800" b="1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</a:rPr>
              <a:t> </a:t>
            </a:r>
            <a:endParaRPr/>
          </a:p>
          <a:p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s-ES" sz="1800" b="1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</a:rPr>
              <a:t>IKASKUNTZA</a:t>
            </a:r>
            <a:endParaRPr sz="2000" b="1">
              <a:solidFill>
                <a:schemeClr val="dk1"/>
              </a:solidFill>
              <a:latin typeface="Montserrat Black"/>
              <a:ea typeface="Montserrat Black"/>
              <a:cs typeface="Montserrat Black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Google Shape;195;p6"/>
          <p:cNvSpPr/>
          <p:nvPr/>
        </p:nvSpPr>
        <p:spPr bwMode="auto">
          <a:xfrm>
            <a:off x="0" y="0"/>
            <a:ext cx="6858000" cy="10312400"/>
          </a:xfrm>
          <a:prstGeom prst="rect">
            <a:avLst/>
          </a:prstGeom>
          <a:solidFill>
            <a:srgbClr val="BFD13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6" name="Google Shape;196;p6"/>
          <p:cNvSpPr txBox="1"/>
          <p:nvPr>
            <p:ph type="sldNum" idx="12"/>
          </p:nvPr>
        </p:nvSpPr>
        <p:spPr bwMode="auto"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s-ES"/>
              <a:t>5</a:t>
            </a:fld>
            <a:endParaRPr/>
          </a:p>
        </p:txBody>
      </p:sp>
      <p:pic>
        <p:nvPicPr>
          <p:cNvPr id="197" name="Google Shape;197;p6"/>
          <p:cNvPicPr/>
          <p:nvPr/>
        </p:nvPicPr>
        <p:blipFill>
          <a:blip r:embed="rId3">
            <a:alphaModFix/>
          </a:blip>
          <a:srcRect l="0" t="0" r="0" b="0"/>
          <a:stretch/>
        </p:blipFill>
        <p:spPr bwMode="auto">
          <a:xfrm>
            <a:off x="0" y="8899378"/>
            <a:ext cx="6858000" cy="1407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onlyoffice/8.1.3.4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Microsoft Office User</dc:creator>
  <cp:keywords/>
  <dc:description/>
  <dc:identifier/>
  <dc:language/>
  <cp:lastModifiedBy>Anónimo</cp:lastModifiedBy>
  <cp:revision>1</cp:revision>
  <dcterms:created xsi:type="dcterms:W3CDTF">2022-01-04T12:38:34Z</dcterms:created>
  <dcterms:modified xsi:type="dcterms:W3CDTF">2025-12-04T07:57:31Z</dcterms:modified>
  <cp:category/>
  <cp:contentStatus/>
  <cp:version/>
</cp:coreProperties>
</file>